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Default Extension="svg" ContentType="image/svg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docProps/core.xml" ContentType="application/vnd.openxmlformats-package.core-properties+xml"/>
  <Override PartName="/ppt/diagrams/drawing4.xml" ContentType="application/vnd.ms-office.drawingml.diagramDrawing+xml"/>
  <Override PartName="/ppt/diagrams/drawing5.xml" ContentType="application/vnd.ms-office.drawingml.diagramDrawing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diagrams/colors2.xml" ContentType="application/vnd.openxmlformats-officedocument.drawingml.diagramColors+xml"/>
  <Override PartName="/ppt/diagrams/quickStyle5.xml" ContentType="application/vnd.openxmlformats-officedocument.drawingml.diagramStyle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diagrams/quickStyle3.xml" ContentType="application/vnd.openxmlformats-officedocument.drawingml.diagramStyle+xml"/>
  <Override PartName="/ppt/diagrams/drawing1.xml" ContentType="application/vnd.ms-office.drawingml.diagramDrawing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0B7BDE-C52B-4052-802F-C960E0797484}" v="43" dt="2025-12-18T13:16:58.9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982" autoAdjust="0"/>
    <p:restoredTop sz="94660"/>
  </p:normalViewPr>
  <p:slideViewPr>
    <p:cSldViewPr snapToGrid="0">
      <p:cViewPr varScale="1">
        <p:scale>
          <a:sx n="54" d="100"/>
          <a:sy n="54" d="100"/>
        </p:scale>
        <p:origin x="-696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2.png"/><Relationship Id="rId6" Type="http://schemas.openxmlformats.org/officeDocument/2006/relationships/image" Target="../media/image8.svg"/><Relationship Id="rId5" Type="http://schemas.openxmlformats.org/officeDocument/2006/relationships/image" Target="../media/image4.pn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svg"/><Relationship Id="rId1" Type="http://schemas.openxmlformats.org/officeDocument/2006/relationships/image" Target="../media/image6.png"/><Relationship Id="rId6" Type="http://schemas.openxmlformats.org/officeDocument/2006/relationships/image" Target="../media/image16.svg"/><Relationship Id="rId5" Type="http://schemas.openxmlformats.org/officeDocument/2006/relationships/image" Target="../media/image8.png"/><Relationship Id="rId4" Type="http://schemas.openxmlformats.org/officeDocument/2006/relationships/image" Target="../media/image14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18.svg"/><Relationship Id="rId1" Type="http://schemas.openxmlformats.org/officeDocument/2006/relationships/image" Target="../media/image9.png"/><Relationship Id="rId6" Type="http://schemas.openxmlformats.org/officeDocument/2006/relationships/image" Target="../media/image22.svg"/><Relationship Id="rId5" Type="http://schemas.openxmlformats.org/officeDocument/2006/relationships/image" Target="../media/image1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13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1.png"/><Relationship Id="rId7" Type="http://schemas.openxmlformats.org/officeDocument/2006/relationships/image" Target="../media/image91.png"/><Relationship Id="rId2" Type="http://schemas.openxmlformats.org/officeDocument/2006/relationships/image" Target="../media/image4.svg"/><Relationship Id="rId1" Type="http://schemas.openxmlformats.org/officeDocument/2006/relationships/image" Target="../media/image31.png"/><Relationship Id="rId6" Type="http://schemas.openxmlformats.org/officeDocument/2006/relationships/image" Target="../media/image8.svg"/><Relationship Id="rId5" Type="http://schemas.openxmlformats.org/officeDocument/2006/relationships/image" Target="../media/image71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2.svg"/><Relationship Id="rId1" Type="http://schemas.openxmlformats.org/officeDocument/2006/relationships/image" Target="../media/image1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CC33C0-9DFC-4860-A32C-B12015DE8399}" type="doc">
      <dgm:prSet loTypeId="urn:microsoft.com/office/officeart/2005/8/layout/hierarchy1" loCatId="hierarchy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362DDF89-0D08-4071-B2DA-9F1B79757737}">
      <dgm:prSet/>
      <dgm:spPr/>
      <dgm:t>
        <a:bodyPr/>
        <a:lstStyle/>
        <a:p>
          <a:r>
            <a:rPr lang="ru-RU"/>
            <a:t>Проект выполнялся в команде из двух человек с четким распределением ролей:</a:t>
          </a:r>
          <a:endParaRPr lang="en-US"/>
        </a:p>
      </dgm:t>
    </dgm:pt>
    <dgm:pt modelId="{2E1A0A0D-2F3E-4809-8BFF-A052887C3248}" type="parTrans" cxnId="{882E57AC-B437-41B1-BF1A-35F770749533}">
      <dgm:prSet/>
      <dgm:spPr/>
      <dgm:t>
        <a:bodyPr/>
        <a:lstStyle/>
        <a:p>
          <a:endParaRPr lang="en-US"/>
        </a:p>
      </dgm:t>
    </dgm:pt>
    <dgm:pt modelId="{AAAECF22-C043-43B8-84B0-3A9D7566FAC2}" type="sibTrans" cxnId="{882E57AC-B437-41B1-BF1A-35F770749533}">
      <dgm:prSet/>
      <dgm:spPr/>
      <dgm:t>
        <a:bodyPr/>
        <a:lstStyle/>
        <a:p>
          <a:endParaRPr lang="en-US"/>
        </a:p>
      </dgm:t>
    </dgm:pt>
    <dgm:pt modelId="{85F1E515-0555-43FF-B328-8D4EE6F0516D}">
      <dgm:prSet/>
      <dgm:spPr/>
      <dgm:t>
        <a:bodyPr/>
        <a:lstStyle/>
        <a:p>
          <a:r>
            <a:rPr lang="ru-RU" b="1"/>
            <a:t>Участник 1:</a:t>
          </a:r>
          <a:r>
            <a:rPr lang="ru-RU"/>
            <a:t> Разработка основной логики, реализация алгоритмов случайного выбора, работа с модулем random.</a:t>
          </a:r>
          <a:endParaRPr lang="en-US"/>
        </a:p>
      </dgm:t>
    </dgm:pt>
    <dgm:pt modelId="{448FCB31-D82D-4860-A5E5-8FA1516F1958}" type="parTrans" cxnId="{691877FB-4CCD-432F-A7B3-D5D29B776FC1}">
      <dgm:prSet/>
      <dgm:spPr/>
      <dgm:t>
        <a:bodyPr/>
        <a:lstStyle/>
        <a:p>
          <a:endParaRPr lang="en-US"/>
        </a:p>
      </dgm:t>
    </dgm:pt>
    <dgm:pt modelId="{D881A222-D0F9-4CA4-BED4-9499B764E2D5}" type="sibTrans" cxnId="{691877FB-4CCD-432F-A7B3-D5D29B776FC1}">
      <dgm:prSet/>
      <dgm:spPr/>
      <dgm:t>
        <a:bodyPr/>
        <a:lstStyle/>
        <a:p>
          <a:endParaRPr lang="en-US"/>
        </a:p>
      </dgm:t>
    </dgm:pt>
    <dgm:pt modelId="{8CF1D382-D897-4599-A9DB-A3B5DE6BD65D}">
      <dgm:prSet/>
      <dgm:spPr/>
      <dgm:t>
        <a:bodyPr/>
        <a:lstStyle/>
        <a:p>
          <a:r>
            <a:rPr lang="ru-RU" b="1"/>
            <a:t>Участник 2:</a:t>
          </a:r>
          <a:r>
            <a:rPr lang="ru-RU"/>
            <a:t> Проектирование структуры программы, обработка пользовательского ввода, тестирование, отладка, оформление документации.</a:t>
          </a:r>
          <a:br>
            <a:rPr lang="ru-RU"/>
          </a:br>
          <a:r>
            <a:rPr lang="ru-RU"/>
            <a:t>Ключевые решения принимались совместно, код регулярно обсуждался и дорабатывался.</a:t>
          </a:r>
          <a:endParaRPr lang="en-US"/>
        </a:p>
      </dgm:t>
    </dgm:pt>
    <dgm:pt modelId="{EDD88216-19FC-42B3-AD28-1E9BDE272592}" type="parTrans" cxnId="{2251CD7B-63D6-4328-922C-C20D181BA98E}">
      <dgm:prSet/>
      <dgm:spPr/>
      <dgm:t>
        <a:bodyPr/>
        <a:lstStyle/>
        <a:p>
          <a:endParaRPr lang="en-US"/>
        </a:p>
      </dgm:t>
    </dgm:pt>
    <dgm:pt modelId="{B116777E-62EE-44D7-BF2B-EA2968717293}" type="sibTrans" cxnId="{2251CD7B-63D6-4328-922C-C20D181BA98E}">
      <dgm:prSet/>
      <dgm:spPr/>
      <dgm:t>
        <a:bodyPr/>
        <a:lstStyle/>
        <a:p>
          <a:endParaRPr lang="en-US"/>
        </a:p>
      </dgm:t>
    </dgm:pt>
    <dgm:pt modelId="{82B3939F-82EE-4152-B406-CFDC87E99A9F}" type="pres">
      <dgm:prSet presAssocID="{A8CC33C0-9DFC-4860-A32C-B12015DE839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D30C28CD-6CB0-4069-876F-A4A1FBB3F8E9}" type="pres">
      <dgm:prSet presAssocID="{362DDF89-0D08-4071-B2DA-9F1B79757737}" presName="hierRoot1" presStyleCnt="0"/>
      <dgm:spPr/>
    </dgm:pt>
    <dgm:pt modelId="{D65145A5-9D8A-492D-BD60-F93D053D2103}" type="pres">
      <dgm:prSet presAssocID="{362DDF89-0D08-4071-B2DA-9F1B79757737}" presName="composite" presStyleCnt="0"/>
      <dgm:spPr/>
    </dgm:pt>
    <dgm:pt modelId="{32864D05-A9A9-4FDC-AF16-0FB5BD270F8A}" type="pres">
      <dgm:prSet presAssocID="{362DDF89-0D08-4071-B2DA-9F1B79757737}" presName="background" presStyleLbl="node0" presStyleIdx="0" presStyleCnt="3"/>
      <dgm:spPr/>
    </dgm:pt>
    <dgm:pt modelId="{245518BD-C1A4-4ADA-923B-85E9CA462917}" type="pres">
      <dgm:prSet presAssocID="{362DDF89-0D08-4071-B2DA-9F1B79757737}" presName="text" presStyleLbl="fgAcc0" presStyleIdx="0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CDC2D2C7-4CCC-45FF-B151-81BFA864A9E6}" type="pres">
      <dgm:prSet presAssocID="{362DDF89-0D08-4071-B2DA-9F1B79757737}" presName="hierChild2" presStyleCnt="0"/>
      <dgm:spPr/>
    </dgm:pt>
    <dgm:pt modelId="{9041C432-385A-4AFE-9094-1F428D7329A3}" type="pres">
      <dgm:prSet presAssocID="{85F1E515-0555-43FF-B328-8D4EE6F0516D}" presName="hierRoot1" presStyleCnt="0"/>
      <dgm:spPr/>
    </dgm:pt>
    <dgm:pt modelId="{D3C77461-B736-4EB7-8C86-E2C524CBBA4D}" type="pres">
      <dgm:prSet presAssocID="{85F1E515-0555-43FF-B328-8D4EE6F0516D}" presName="composite" presStyleCnt="0"/>
      <dgm:spPr/>
    </dgm:pt>
    <dgm:pt modelId="{C52D658D-3597-4DAF-A701-93148B1A6407}" type="pres">
      <dgm:prSet presAssocID="{85F1E515-0555-43FF-B328-8D4EE6F0516D}" presName="background" presStyleLbl="node0" presStyleIdx="1" presStyleCnt="3"/>
      <dgm:spPr/>
    </dgm:pt>
    <dgm:pt modelId="{EE879917-BD90-4E08-8EAE-DB0A05283720}" type="pres">
      <dgm:prSet presAssocID="{85F1E515-0555-43FF-B328-8D4EE6F0516D}" presName="text" presStyleLbl="fgAcc0" presStyleIdx="1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9CD9FAB1-096C-49F9-8F9D-747679384EFE}" type="pres">
      <dgm:prSet presAssocID="{85F1E515-0555-43FF-B328-8D4EE6F0516D}" presName="hierChild2" presStyleCnt="0"/>
      <dgm:spPr/>
    </dgm:pt>
    <dgm:pt modelId="{EEFC7ADB-1C92-447A-9883-085F11E6B17A}" type="pres">
      <dgm:prSet presAssocID="{8CF1D382-D897-4599-A9DB-A3B5DE6BD65D}" presName="hierRoot1" presStyleCnt="0"/>
      <dgm:spPr/>
    </dgm:pt>
    <dgm:pt modelId="{F247AD5F-B347-4AF2-939B-9AA438C2E456}" type="pres">
      <dgm:prSet presAssocID="{8CF1D382-D897-4599-A9DB-A3B5DE6BD65D}" presName="composite" presStyleCnt="0"/>
      <dgm:spPr/>
    </dgm:pt>
    <dgm:pt modelId="{6E08786A-0F7F-4A99-94B1-1A1566D75CE4}" type="pres">
      <dgm:prSet presAssocID="{8CF1D382-D897-4599-A9DB-A3B5DE6BD65D}" presName="background" presStyleLbl="node0" presStyleIdx="2" presStyleCnt="3"/>
      <dgm:spPr/>
    </dgm:pt>
    <dgm:pt modelId="{EF260B45-2DEB-4FCE-8C42-F4E09637E77C}" type="pres">
      <dgm:prSet presAssocID="{8CF1D382-D897-4599-A9DB-A3B5DE6BD65D}" presName="text" presStyleLbl="fgAcc0" presStyleIdx="2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6D8358A6-2F27-47B6-865B-366706849ACC}" type="pres">
      <dgm:prSet presAssocID="{8CF1D382-D897-4599-A9DB-A3B5DE6BD65D}" presName="hierChild2" presStyleCnt="0"/>
      <dgm:spPr/>
    </dgm:pt>
  </dgm:ptLst>
  <dgm:cxnLst>
    <dgm:cxn modelId="{691877FB-4CCD-432F-A7B3-D5D29B776FC1}" srcId="{A8CC33C0-9DFC-4860-A32C-B12015DE8399}" destId="{85F1E515-0555-43FF-B328-8D4EE6F0516D}" srcOrd="1" destOrd="0" parTransId="{448FCB31-D82D-4860-A5E5-8FA1516F1958}" sibTransId="{D881A222-D0F9-4CA4-BED4-9499B764E2D5}"/>
    <dgm:cxn modelId="{C82AA6D6-186A-41D6-B28B-82FCBFE06745}" type="presOf" srcId="{85F1E515-0555-43FF-B328-8D4EE6F0516D}" destId="{EE879917-BD90-4E08-8EAE-DB0A05283720}" srcOrd="0" destOrd="0" presId="urn:microsoft.com/office/officeart/2005/8/layout/hierarchy1"/>
    <dgm:cxn modelId="{882E57AC-B437-41B1-BF1A-35F770749533}" srcId="{A8CC33C0-9DFC-4860-A32C-B12015DE8399}" destId="{362DDF89-0D08-4071-B2DA-9F1B79757737}" srcOrd="0" destOrd="0" parTransId="{2E1A0A0D-2F3E-4809-8BFF-A052887C3248}" sibTransId="{AAAECF22-C043-43B8-84B0-3A9D7566FAC2}"/>
    <dgm:cxn modelId="{2251CD7B-63D6-4328-922C-C20D181BA98E}" srcId="{A8CC33C0-9DFC-4860-A32C-B12015DE8399}" destId="{8CF1D382-D897-4599-A9DB-A3B5DE6BD65D}" srcOrd="2" destOrd="0" parTransId="{EDD88216-19FC-42B3-AD28-1E9BDE272592}" sibTransId="{B116777E-62EE-44D7-BF2B-EA2968717293}"/>
    <dgm:cxn modelId="{A6D409F9-C5B6-41D4-AD36-7B8BA8750B94}" type="presOf" srcId="{8CF1D382-D897-4599-A9DB-A3B5DE6BD65D}" destId="{EF260B45-2DEB-4FCE-8C42-F4E09637E77C}" srcOrd="0" destOrd="0" presId="urn:microsoft.com/office/officeart/2005/8/layout/hierarchy1"/>
    <dgm:cxn modelId="{4C1DE7A4-60E6-4756-AFCA-99F68B0C5070}" type="presOf" srcId="{362DDF89-0D08-4071-B2DA-9F1B79757737}" destId="{245518BD-C1A4-4ADA-923B-85E9CA462917}" srcOrd="0" destOrd="0" presId="urn:microsoft.com/office/officeart/2005/8/layout/hierarchy1"/>
    <dgm:cxn modelId="{08160FE4-1C3A-49BF-A284-DD8BCE6AE5AC}" type="presOf" srcId="{A8CC33C0-9DFC-4860-A32C-B12015DE8399}" destId="{82B3939F-82EE-4152-B406-CFDC87E99A9F}" srcOrd="0" destOrd="0" presId="urn:microsoft.com/office/officeart/2005/8/layout/hierarchy1"/>
    <dgm:cxn modelId="{AB05106C-0AB2-4E84-943E-8D8FEF76EDC0}" type="presParOf" srcId="{82B3939F-82EE-4152-B406-CFDC87E99A9F}" destId="{D30C28CD-6CB0-4069-876F-A4A1FBB3F8E9}" srcOrd="0" destOrd="0" presId="urn:microsoft.com/office/officeart/2005/8/layout/hierarchy1"/>
    <dgm:cxn modelId="{B706CE0A-2CC4-4F8F-BA52-7F4253471F96}" type="presParOf" srcId="{D30C28CD-6CB0-4069-876F-A4A1FBB3F8E9}" destId="{D65145A5-9D8A-492D-BD60-F93D053D2103}" srcOrd="0" destOrd="0" presId="urn:microsoft.com/office/officeart/2005/8/layout/hierarchy1"/>
    <dgm:cxn modelId="{B00A3FCB-9005-4C5C-84D7-85E29B8D41C2}" type="presParOf" srcId="{D65145A5-9D8A-492D-BD60-F93D053D2103}" destId="{32864D05-A9A9-4FDC-AF16-0FB5BD270F8A}" srcOrd="0" destOrd="0" presId="urn:microsoft.com/office/officeart/2005/8/layout/hierarchy1"/>
    <dgm:cxn modelId="{3FBC3901-3CC2-4C41-8C59-D7EB8DE18C46}" type="presParOf" srcId="{D65145A5-9D8A-492D-BD60-F93D053D2103}" destId="{245518BD-C1A4-4ADA-923B-85E9CA462917}" srcOrd="1" destOrd="0" presId="urn:microsoft.com/office/officeart/2005/8/layout/hierarchy1"/>
    <dgm:cxn modelId="{328D3103-E8BB-4301-A9A5-2894FC762B14}" type="presParOf" srcId="{D30C28CD-6CB0-4069-876F-A4A1FBB3F8E9}" destId="{CDC2D2C7-4CCC-45FF-B151-81BFA864A9E6}" srcOrd="1" destOrd="0" presId="urn:microsoft.com/office/officeart/2005/8/layout/hierarchy1"/>
    <dgm:cxn modelId="{F5FD4517-FCAE-4FC4-8443-F82876D97420}" type="presParOf" srcId="{82B3939F-82EE-4152-B406-CFDC87E99A9F}" destId="{9041C432-385A-4AFE-9094-1F428D7329A3}" srcOrd="1" destOrd="0" presId="urn:microsoft.com/office/officeart/2005/8/layout/hierarchy1"/>
    <dgm:cxn modelId="{D20AAF4E-5C0A-48F6-AB39-8DCB65024FBC}" type="presParOf" srcId="{9041C432-385A-4AFE-9094-1F428D7329A3}" destId="{D3C77461-B736-4EB7-8C86-E2C524CBBA4D}" srcOrd="0" destOrd="0" presId="urn:microsoft.com/office/officeart/2005/8/layout/hierarchy1"/>
    <dgm:cxn modelId="{F570548B-CA80-4960-BCC6-EE7100FA396F}" type="presParOf" srcId="{D3C77461-B736-4EB7-8C86-E2C524CBBA4D}" destId="{C52D658D-3597-4DAF-A701-93148B1A6407}" srcOrd="0" destOrd="0" presId="urn:microsoft.com/office/officeart/2005/8/layout/hierarchy1"/>
    <dgm:cxn modelId="{F41A5D36-CAA4-4C46-BB00-8E2C85E6C566}" type="presParOf" srcId="{D3C77461-B736-4EB7-8C86-E2C524CBBA4D}" destId="{EE879917-BD90-4E08-8EAE-DB0A05283720}" srcOrd="1" destOrd="0" presId="urn:microsoft.com/office/officeart/2005/8/layout/hierarchy1"/>
    <dgm:cxn modelId="{2A5A5EC4-3D34-4E93-A4B0-B3E26A943D3E}" type="presParOf" srcId="{9041C432-385A-4AFE-9094-1F428D7329A3}" destId="{9CD9FAB1-096C-49F9-8F9D-747679384EFE}" srcOrd="1" destOrd="0" presId="urn:microsoft.com/office/officeart/2005/8/layout/hierarchy1"/>
    <dgm:cxn modelId="{49CA8C25-152C-46F0-8B23-880826BC09AB}" type="presParOf" srcId="{82B3939F-82EE-4152-B406-CFDC87E99A9F}" destId="{EEFC7ADB-1C92-447A-9883-085F11E6B17A}" srcOrd="2" destOrd="0" presId="urn:microsoft.com/office/officeart/2005/8/layout/hierarchy1"/>
    <dgm:cxn modelId="{6133E714-65C6-4E24-9AED-40857ACF497F}" type="presParOf" srcId="{EEFC7ADB-1C92-447A-9883-085F11E6B17A}" destId="{F247AD5F-B347-4AF2-939B-9AA438C2E456}" srcOrd="0" destOrd="0" presId="urn:microsoft.com/office/officeart/2005/8/layout/hierarchy1"/>
    <dgm:cxn modelId="{938AB341-FAC1-4AA1-B4B0-BEC68B506EA6}" type="presParOf" srcId="{F247AD5F-B347-4AF2-939B-9AA438C2E456}" destId="{6E08786A-0F7F-4A99-94B1-1A1566D75CE4}" srcOrd="0" destOrd="0" presId="urn:microsoft.com/office/officeart/2005/8/layout/hierarchy1"/>
    <dgm:cxn modelId="{7AA182A7-933F-4457-B0B8-903A541DC976}" type="presParOf" srcId="{F247AD5F-B347-4AF2-939B-9AA438C2E456}" destId="{EF260B45-2DEB-4FCE-8C42-F4E09637E77C}" srcOrd="1" destOrd="0" presId="urn:microsoft.com/office/officeart/2005/8/layout/hierarchy1"/>
    <dgm:cxn modelId="{C78F3E18-95BB-492B-A817-2BA26C1ACDBB}" type="presParOf" srcId="{EEFC7ADB-1C92-447A-9883-085F11E6B17A}" destId="{6D8358A6-2F27-47B6-865B-366706849AC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ECC18AD-F40E-47AA-B285-95F3086EFAF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FBE1707-8C19-4D87-B11F-7BEF09A7AA71}">
      <dgm:prSet/>
      <dgm:spPr/>
      <dgm:t>
        <a:bodyPr/>
        <a:lstStyle/>
        <a:p>
          <a:pPr>
            <a:lnSpc>
              <a:spcPct val="100000"/>
            </a:lnSpc>
          </a:pPr>
          <a:r>
            <a:rPr lang="ru-RU"/>
            <a:t>Процесс включал последовательные этапы:</a:t>
          </a:r>
          <a:endParaRPr lang="en-US"/>
        </a:p>
      </dgm:t>
    </dgm:pt>
    <dgm:pt modelId="{8B79A775-467E-4A86-9567-B399F9F351AD}" type="parTrans" cxnId="{97B4BED5-C551-43D7-A15E-9C7947505531}">
      <dgm:prSet/>
      <dgm:spPr/>
      <dgm:t>
        <a:bodyPr/>
        <a:lstStyle/>
        <a:p>
          <a:endParaRPr lang="en-US"/>
        </a:p>
      </dgm:t>
    </dgm:pt>
    <dgm:pt modelId="{1C0A84E5-3A75-470E-8CCC-DA685E518DAF}" type="sibTrans" cxnId="{97B4BED5-C551-43D7-A15E-9C7947505531}">
      <dgm:prSet/>
      <dgm:spPr/>
      <dgm:t>
        <a:bodyPr/>
        <a:lstStyle/>
        <a:p>
          <a:endParaRPr lang="en-US"/>
        </a:p>
      </dgm:t>
    </dgm:pt>
    <dgm:pt modelId="{0D0B5B3E-7BF0-4392-B431-7869B7C18266}">
      <dgm:prSet/>
      <dgm:spPr/>
      <dgm:t>
        <a:bodyPr/>
        <a:lstStyle/>
        <a:p>
          <a:pPr>
            <a:lnSpc>
              <a:spcPct val="100000"/>
            </a:lnSpc>
          </a:pPr>
          <a:r>
            <a:rPr lang="ru-RU"/>
            <a:t>Постановка задачи и определение функций.</a:t>
          </a:r>
          <a:endParaRPr lang="en-US"/>
        </a:p>
      </dgm:t>
    </dgm:pt>
    <dgm:pt modelId="{0B6E5A89-2F3F-48E8-AECA-817D0E8671F1}" type="parTrans" cxnId="{4E8C3C4B-AD00-47D9-BCDD-86BB92304881}">
      <dgm:prSet/>
      <dgm:spPr/>
      <dgm:t>
        <a:bodyPr/>
        <a:lstStyle/>
        <a:p>
          <a:endParaRPr lang="en-US"/>
        </a:p>
      </dgm:t>
    </dgm:pt>
    <dgm:pt modelId="{353E0E8E-7256-48D2-90C8-2856AEC9179B}" type="sibTrans" cxnId="{4E8C3C4B-AD00-47D9-BCDD-86BB92304881}">
      <dgm:prSet/>
      <dgm:spPr/>
      <dgm:t>
        <a:bodyPr/>
        <a:lstStyle/>
        <a:p>
          <a:endParaRPr lang="en-US"/>
        </a:p>
      </dgm:t>
    </dgm:pt>
    <dgm:pt modelId="{B9A91B58-2A02-40EF-A9C4-501E7D07ECD7}">
      <dgm:prSet/>
      <dgm:spPr/>
      <dgm:t>
        <a:bodyPr/>
        <a:lstStyle/>
        <a:p>
          <a:pPr>
            <a:lnSpc>
              <a:spcPct val="100000"/>
            </a:lnSpc>
          </a:pPr>
          <a:r>
            <a:rPr lang="ru-RU"/>
            <a:t>Разработка общего алгоритма работы (ввод, обработка, выбор режима, вывод).</a:t>
          </a:r>
          <a:endParaRPr lang="en-US"/>
        </a:p>
      </dgm:t>
    </dgm:pt>
    <dgm:pt modelId="{E8D3553F-88DD-4B1E-A82E-5EA59A213CEA}" type="parTrans" cxnId="{1A713057-B450-4DCA-8971-829399C65C8D}">
      <dgm:prSet/>
      <dgm:spPr/>
      <dgm:t>
        <a:bodyPr/>
        <a:lstStyle/>
        <a:p>
          <a:endParaRPr lang="en-US"/>
        </a:p>
      </dgm:t>
    </dgm:pt>
    <dgm:pt modelId="{542CC582-70E0-4A53-A30E-001939E5C236}" type="sibTrans" cxnId="{1A713057-B450-4DCA-8971-829399C65C8D}">
      <dgm:prSet/>
      <dgm:spPr/>
      <dgm:t>
        <a:bodyPr/>
        <a:lstStyle/>
        <a:p>
          <a:endParaRPr lang="en-US"/>
        </a:p>
      </dgm:t>
    </dgm:pt>
    <dgm:pt modelId="{5017A18D-3D47-4BEE-9A9C-4763EEB2F3C0}">
      <dgm:prSet/>
      <dgm:spPr/>
      <dgm:t>
        <a:bodyPr/>
        <a:lstStyle/>
        <a:p>
          <a:pPr>
            <a:lnSpc>
              <a:spcPct val="100000"/>
            </a:lnSpc>
          </a:pPr>
          <a:r>
            <a:rPr lang="ru-RU"/>
            <a:t>Непосредственное написание кода с акцентом на читаемость и логическую структуру, применение знаний о циклах, условиях, функциях и списках.</a:t>
          </a:r>
          <a:endParaRPr lang="en-US"/>
        </a:p>
      </dgm:t>
    </dgm:pt>
    <dgm:pt modelId="{32DF0D87-527F-472B-93BC-8A57553D4D82}" type="parTrans" cxnId="{32DF3F3D-0E8B-44FE-B914-5B65E952E277}">
      <dgm:prSet/>
      <dgm:spPr/>
      <dgm:t>
        <a:bodyPr/>
        <a:lstStyle/>
        <a:p>
          <a:endParaRPr lang="en-US"/>
        </a:p>
      </dgm:t>
    </dgm:pt>
    <dgm:pt modelId="{B49D1492-C9E8-49A9-915D-9CEC3EC875F7}" type="sibTrans" cxnId="{32DF3F3D-0E8B-44FE-B914-5B65E952E277}">
      <dgm:prSet/>
      <dgm:spPr/>
      <dgm:t>
        <a:bodyPr/>
        <a:lstStyle/>
        <a:p>
          <a:endParaRPr lang="en-US"/>
        </a:p>
      </dgm:t>
    </dgm:pt>
    <dgm:pt modelId="{1657DB08-27A0-4EC0-87D9-E74A634260F8}" type="pres">
      <dgm:prSet presAssocID="{6ECC18AD-F40E-47AA-B285-95F3086EFAFD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5FF195C4-231C-436E-B37E-505F88B2C7CF}" type="pres">
      <dgm:prSet presAssocID="{BFBE1707-8C19-4D87-B11F-7BEF09A7AA71}" presName="compNode" presStyleCnt="0"/>
      <dgm:spPr/>
    </dgm:pt>
    <dgm:pt modelId="{A591E4A3-0CF4-4E4A-85A6-779D4FBBA37F}" type="pres">
      <dgm:prSet presAssocID="{BFBE1707-8C19-4D87-B11F-7BEF09A7AA71}" presName="bgRect" presStyleLbl="bgShp" presStyleIdx="0" presStyleCnt="4"/>
      <dgm:spPr/>
    </dgm:pt>
    <dgm:pt modelId="{3C10425F-E7F1-45AD-9D9A-5381AD0DE88F}" type="pres">
      <dgm:prSet presAssocID="{BFBE1707-8C19-4D87-B11F-7BEF09A7AA7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Повторить"/>
        </a:ext>
      </dgm:extLst>
    </dgm:pt>
    <dgm:pt modelId="{E17B9C0E-5487-4EA9-B8DF-E76D8032F9ED}" type="pres">
      <dgm:prSet presAssocID="{BFBE1707-8C19-4D87-B11F-7BEF09A7AA71}" presName="spaceRect" presStyleCnt="0"/>
      <dgm:spPr/>
    </dgm:pt>
    <dgm:pt modelId="{B7FCFD2E-5B68-4EB4-8E6D-98DB4BD10725}" type="pres">
      <dgm:prSet presAssocID="{BFBE1707-8C19-4D87-B11F-7BEF09A7AA71}" presName="parTx" presStyleLbl="revTx" presStyleIdx="0" presStyleCnt="4">
        <dgm:presLayoutVars>
          <dgm:chMax val="0"/>
          <dgm:chPref val="0"/>
        </dgm:presLayoutVars>
      </dgm:prSet>
      <dgm:spPr/>
      <dgm:t>
        <a:bodyPr/>
        <a:lstStyle/>
        <a:p>
          <a:endParaRPr lang="ru-RU"/>
        </a:p>
      </dgm:t>
    </dgm:pt>
    <dgm:pt modelId="{C16DCE68-9CF6-456B-9687-17394D149199}" type="pres">
      <dgm:prSet presAssocID="{1C0A84E5-3A75-470E-8CCC-DA685E518DAF}" presName="sibTrans" presStyleCnt="0"/>
      <dgm:spPr/>
    </dgm:pt>
    <dgm:pt modelId="{7D6E239D-76DA-4DC6-A029-C77B5F22A1CB}" type="pres">
      <dgm:prSet presAssocID="{0D0B5B3E-7BF0-4392-B431-7869B7C18266}" presName="compNode" presStyleCnt="0"/>
      <dgm:spPr/>
    </dgm:pt>
    <dgm:pt modelId="{FF961ABD-DAEB-4EBE-90CE-70E8393F49FA}" type="pres">
      <dgm:prSet presAssocID="{0D0B5B3E-7BF0-4392-B431-7869B7C18266}" presName="bgRect" presStyleLbl="bgShp" presStyleIdx="1" presStyleCnt="4"/>
      <dgm:spPr/>
    </dgm:pt>
    <dgm:pt modelId="{FA6AC1D8-B324-4B24-A746-4816DEFC3B72}" type="pres">
      <dgm:prSet presAssocID="{0D0B5B3E-7BF0-4392-B431-7869B7C1826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Флажок"/>
        </a:ext>
      </dgm:extLst>
    </dgm:pt>
    <dgm:pt modelId="{5544AB56-B863-44A3-8106-1B0483D1CB34}" type="pres">
      <dgm:prSet presAssocID="{0D0B5B3E-7BF0-4392-B431-7869B7C18266}" presName="spaceRect" presStyleCnt="0"/>
      <dgm:spPr/>
    </dgm:pt>
    <dgm:pt modelId="{3406A19A-F21D-4167-A6B1-D665D5E1D868}" type="pres">
      <dgm:prSet presAssocID="{0D0B5B3E-7BF0-4392-B431-7869B7C18266}" presName="parTx" presStyleLbl="revTx" presStyleIdx="1" presStyleCnt="4">
        <dgm:presLayoutVars>
          <dgm:chMax val="0"/>
          <dgm:chPref val="0"/>
        </dgm:presLayoutVars>
      </dgm:prSet>
      <dgm:spPr/>
      <dgm:t>
        <a:bodyPr/>
        <a:lstStyle/>
        <a:p>
          <a:endParaRPr lang="ru-RU"/>
        </a:p>
      </dgm:t>
    </dgm:pt>
    <dgm:pt modelId="{EF0F5422-1DF2-4F4B-B98D-1B2DF4979C65}" type="pres">
      <dgm:prSet presAssocID="{353E0E8E-7256-48D2-90C8-2856AEC9179B}" presName="sibTrans" presStyleCnt="0"/>
      <dgm:spPr/>
    </dgm:pt>
    <dgm:pt modelId="{64E3D1A8-7BF8-47E6-A87A-7FA2032F05B7}" type="pres">
      <dgm:prSet presAssocID="{B9A91B58-2A02-40EF-A9C4-501E7D07ECD7}" presName="compNode" presStyleCnt="0"/>
      <dgm:spPr/>
    </dgm:pt>
    <dgm:pt modelId="{E2B5C13B-594B-421C-BAD8-C3076AFC49CE}" type="pres">
      <dgm:prSet presAssocID="{B9A91B58-2A02-40EF-A9C4-501E7D07ECD7}" presName="bgRect" presStyleLbl="bgShp" presStyleIdx="2" presStyleCnt="4"/>
      <dgm:spPr/>
    </dgm:pt>
    <dgm:pt modelId="{F907A423-74CD-485B-82FE-2F8728F9E104}" type="pres">
      <dgm:prSet presAssocID="{B9A91B58-2A02-40EF-A9C4-501E7D07ECD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Блок-схема"/>
        </a:ext>
      </dgm:extLst>
    </dgm:pt>
    <dgm:pt modelId="{F3733CA3-842C-46E0-9544-946717B284FB}" type="pres">
      <dgm:prSet presAssocID="{B9A91B58-2A02-40EF-A9C4-501E7D07ECD7}" presName="spaceRect" presStyleCnt="0"/>
      <dgm:spPr/>
    </dgm:pt>
    <dgm:pt modelId="{FAA4F0CA-7180-455D-A8CE-2FAC9BB5140D}" type="pres">
      <dgm:prSet presAssocID="{B9A91B58-2A02-40EF-A9C4-501E7D07ECD7}" presName="parTx" presStyleLbl="revTx" presStyleIdx="2" presStyleCnt="4">
        <dgm:presLayoutVars>
          <dgm:chMax val="0"/>
          <dgm:chPref val="0"/>
        </dgm:presLayoutVars>
      </dgm:prSet>
      <dgm:spPr/>
      <dgm:t>
        <a:bodyPr/>
        <a:lstStyle/>
        <a:p>
          <a:endParaRPr lang="ru-RU"/>
        </a:p>
      </dgm:t>
    </dgm:pt>
    <dgm:pt modelId="{D4424B59-E26E-42D8-A5D9-AE9ECB93E5CA}" type="pres">
      <dgm:prSet presAssocID="{542CC582-70E0-4A53-A30E-001939E5C236}" presName="sibTrans" presStyleCnt="0"/>
      <dgm:spPr/>
    </dgm:pt>
    <dgm:pt modelId="{B62B6047-19A8-4D67-A657-43BB9652A859}" type="pres">
      <dgm:prSet presAssocID="{5017A18D-3D47-4BEE-9A9C-4763EEB2F3C0}" presName="compNode" presStyleCnt="0"/>
      <dgm:spPr/>
    </dgm:pt>
    <dgm:pt modelId="{956D462A-A87F-4FE5-8435-CDE3EFEA7472}" type="pres">
      <dgm:prSet presAssocID="{5017A18D-3D47-4BEE-9A9C-4763EEB2F3C0}" presName="bgRect" presStyleLbl="bgShp" presStyleIdx="3" presStyleCnt="4"/>
      <dgm:spPr/>
    </dgm:pt>
    <dgm:pt modelId="{0EFECAFB-BF64-4024-8D52-69B604FA3895}" type="pres">
      <dgm:prSet presAssocID="{5017A18D-3D47-4BEE-9A9C-4763EEB2F3C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Карандаш"/>
        </a:ext>
      </dgm:extLst>
    </dgm:pt>
    <dgm:pt modelId="{05405F65-7AFD-4755-9797-D38D0174F924}" type="pres">
      <dgm:prSet presAssocID="{5017A18D-3D47-4BEE-9A9C-4763EEB2F3C0}" presName="spaceRect" presStyleCnt="0"/>
      <dgm:spPr/>
    </dgm:pt>
    <dgm:pt modelId="{4EF30E0F-EFED-4ACE-BF87-12854DECC8E8}" type="pres">
      <dgm:prSet presAssocID="{5017A18D-3D47-4BEE-9A9C-4763EEB2F3C0}" presName="parTx" presStyleLbl="revTx" presStyleIdx="3" presStyleCnt="4">
        <dgm:presLayoutVars>
          <dgm:chMax val="0"/>
          <dgm:chPref val="0"/>
        </dgm:presLayoutVars>
      </dgm:prSet>
      <dgm:spPr/>
      <dgm:t>
        <a:bodyPr/>
        <a:lstStyle/>
        <a:p>
          <a:endParaRPr lang="ru-RU"/>
        </a:p>
      </dgm:t>
    </dgm:pt>
  </dgm:ptLst>
  <dgm:cxnLst>
    <dgm:cxn modelId="{32DF3F3D-0E8B-44FE-B914-5B65E952E277}" srcId="{6ECC18AD-F40E-47AA-B285-95F3086EFAFD}" destId="{5017A18D-3D47-4BEE-9A9C-4763EEB2F3C0}" srcOrd="3" destOrd="0" parTransId="{32DF0D87-527F-472B-93BC-8A57553D4D82}" sibTransId="{B49D1492-C9E8-49A9-915D-9CEC3EC875F7}"/>
    <dgm:cxn modelId="{D3816AB7-7FA0-4351-B028-A286A3640148}" type="presOf" srcId="{B9A91B58-2A02-40EF-A9C4-501E7D07ECD7}" destId="{FAA4F0CA-7180-455D-A8CE-2FAC9BB5140D}" srcOrd="0" destOrd="0" presId="urn:microsoft.com/office/officeart/2018/2/layout/IconVerticalSolidList"/>
    <dgm:cxn modelId="{4E8C3C4B-AD00-47D9-BCDD-86BB92304881}" srcId="{6ECC18AD-F40E-47AA-B285-95F3086EFAFD}" destId="{0D0B5B3E-7BF0-4392-B431-7869B7C18266}" srcOrd="1" destOrd="0" parTransId="{0B6E5A89-2F3F-48E8-AECA-817D0E8671F1}" sibTransId="{353E0E8E-7256-48D2-90C8-2856AEC9179B}"/>
    <dgm:cxn modelId="{756E003A-2027-46E3-9A05-81D8E34AD47C}" type="presOf" srcId="{5017A18D-3D47-4BEE-9A9C-4763EEB2F3C0}" destId="{4EF30E0F-EFED-4ACE-BF87-12854DECC8E8}" srcOrd="0" destOrd="0" presId="urn:microsoft.com/office/officeart/2018/2/layout/IconVerticalSolidList"/>
    <dgm:cxn modelId="{CFC1357B-85AB-412A-AF58-4AB92DC8B327}" type="presOf" srcId="{BFBE1707-8C19-4D87-B11F-7BEF09A7AA71}" destId="{B7FCFD2E-5B68-4EB4-8E6D-98DB4BD10725}" srcOrd="0" destOrd="0" presId="urn:microsoft.com/office/officeart/2018/2/layout/IconVerticalSolidList"/>
    <dgm:cxn modelId="{97B4BED5-C551-43D7-A15E-9C7947505531}" srcId="{6ECC18AD-F40E-47AA-B285-95F3086EFAFD}" destId="{BFBE1707-8C19-4D87-B11F-7BEF09A7AA71}" srcOrd="0" destOrd="0" parTransId="{8B79A775-467E-4A86-9567-B399F9F351AD}" sibTransId="{1C0A84E5-3A75-470E-8CCC-DA685E518DAF}"/>
    <dgm:cxn modelId="{1A713057-B450-4DCA-8971-829399C65C8D}" srcId="{6ECC18AD-F40E-47AA-B285-95F3086EFAFD}" destId="{B9A91B58-2A02-40EF-A9C4-501E7D07ECD7}" srcOrd="2" destOrd="0" parTransId="{E8D3553F-88DD-4B1E-A82E-5EA59A213CEA}" sibTransId="{542CC582-70E0-4A53-A30E-001939E5C236}"/>
    <dgm:cxn modelId="{E24E8F64-6ED5-41A5-81EC-AF3B402B7E25}" type="presOf" srcId="{6ECC18AD-F40E-47AA-B285-95F3086EFAFD}" destId="{1657DB08-27A0-4EC0-87D9-E74A634260F8}" srcOrd="0" destOrd="0" presId="urn:microsoft.com/office/officeart/2018/2/layout/IconVerticalSolidList"/>
    <dgm:cxn modelId="{D17F6D03-26C6-44AE-BE0C-192CF9097D7B}" type="presOf" srcId="{0D0B5B3E-7BF0-4392-B431-7869B7C18266}" destId="{3406A19A-F21D-4167-A6B1-D665D5E1D868}" srcOrd="0" destOrd="0" presId="urn:microsoft.com/office/officeart/2018/2/layout/IconVerticalSolidList"/>
    <dgm:cxn modelId="{CF168099-B2A8-4BD3-B4D1-96094D9E1D6A}" type="presParOf" srcId="{1657DB08-27A0-4EC0-87D9-E74A634260F8}" destId="{5FF195C4-231C-436E-B37E-505F88B2C7CF}" srcOrd="0" destOrd="0" presId="urn:microsoft.com/office/officeart/2018/2/layout/IconVerticalSolidList"/>
    <dgm:cxn modelId="{95892FF3-CF88-4D95-969E-408C2C24C1B1}" type="presParOf" srcId="{5FF195C4-231C-436E-B37E-505F88B2C7CF}" destId="{A591E4A3-0CF4-4E4A-85A6-779D4FBBA37F}" srcOrd="0" destOrd="0" presId="urn:microsoft.com/office/officeart/2018/2/layout/IconVerticalSolidList"/>
    <dgm:cxn modelId="{65B5AF27-91FC-4DE4-B2D5-0920E4397A5B}" type="presParOf" srcId="{5FF195C4-231C-436E-B37E-505F88B2C7CF}" destId="{3C10425F-E7F1-45AD-9D9A-5381AD0DE88F}" srcOrd="1" destOrd="0" presId="urn:microsoft.com/office/officeart/2018/2/layout/IconVerticalSolidList"/>
    <dgm:cxn modelId="{7DC2D434-555C-4B32-94CF-71A7CABFFBFA}" type="presParOf" srcId="{5FF195C4-231C-436E-B37E-505F88B2C7CF}" destId="{E17B9C0E-5487-4EA9-B8DF-E76D8032F9ED}" srcOrd="2" destOrd="0" presId="urn:microsoft.com/office/officeart/2018/2/layout/IconVerticalSolidList"/>
    <dgm:cxn modelId="{466CA16A-509D-4D6C-B027-8C51DE6D834A}" type="presParOf" srcId="{5FF195C4-231C-436E-B37E-505F88B2C7CF}" destId="{B7FCFD2E-5B68-4EB4-8E6D-98DB4BD10725}" srcOrd="3" destOrd="0" presId="urn:microsoft.com/office/officeart/2018/2/layout/IconVerticalSolidList"/>
    <dgm:cxn modelId="{ED773088-B42F-4909-8216-560D80C1FF08}" type="presParOf" srcId="{1657DB08-27A0-4EC0-87D9-E74A634260F8}" destId="{C16DCE68-9CF6-456B-9687-17394D149199}" srcOrd="1" destOrd="0" presId="urn:microsoft.com/office/officeart/2018/2/layout/IconVerticalSolidList"/>
    <dgm:cxn modelId="{6E686B8D-2128-4B68-A2D4-0531A0A182B2}" type="presParOf" srcId="{1657DB08-27A0-4EC0-87D9-E74A634260F8}" destId="{7D6E239D-76DA-4DC6-A029-C77B5F22A1CB}" srcOrd="2" destOrd="0" presId="urn:microsoft.com/office/officeart/2018/2/layout/IconVerticalSolidList"/>
    <dgm:cxn modelId="{D245EDE7-8332-4A93-B35B-EB2AAC63BD1D}" type="presParOf" srcId="{7D6E239D-76DA-4DC6-A029-C77B5F22A1CB}" destId="{FF961ABD-DAEB-4EBE-90CE-70E8393F49FA}" srcOrd="0" destOrd="0" presId="urn:microsoft.com/office/officeart/2018/2/layout/IconVerticalSolidList"/>
    <dgm:cxn modelId="{A439CBD1-86F8-4440-A1B9-420B1EF82C11}" type="presParOf" srcId="{7D6E239D-76DA-4DC6-A029-C77B5F22A1CB}" destId="{FA6AC1D8-B324-4B24-A746-4816DEFC3B72}" srcOrd="1" destOrd="0" presId="urn:microsoft.com/office/officeart/2018/2/layout/IconVerticalSolidList"/>
    <dgm:cxn modelId="{2E269E8E-D5A2-4B16-BAE3-1DED913EBC7D}" type="presParOf" srcId="{7D6E239D-76DA-4DC6-A029-C77B5F22A1CB}" destId="{5544AB56-B863-44A3-8106-1B0483D1CB34}" srcOrd="2" destOrd="0" presId="urn:microsoft.com/office/officeart/2018/2/layout/IconVerticalSolidList"/>
    <dgm:cxn modelId="{30A7D1CF-09C8-466B-A215-3225B7BD5494}" type="presParOf" srcId="{7D6E239D-76DA-4DC6-A029-C77B5F22A1CB}" destId="{3406A19A-F21D-4167-A6B1-D665D5E1D868}" srcOrd="3" destOrd="0" presId="urn:microsoft.com/office/officeart/2018/2/layout/IconVerticalSolidList"/>
    <dgm:cxn modelId="{01A15F30-873A-4537-8DE2-D05EE1D4DF89}" type="presParOf" srcId="{1657DB08-27A0-4EC0-87D9-E74A634260F8}" destId="{EF0F5422-1DF2-4F4B-B98D-1B2DF4979C65}" srcOrd="3" destOrd="0" presId="urn:microsoft.com/office/officeart/2018/2/layout/IconVerticalSolidList"/>
    <dgm:cxn modelId="{41450A83-186F-4443-A9C1-2A0E714A20C5}" type="presParOf" srcId="{1657DB08-27A0-4EC0-87D9-E74A634260F8}" destId="{64E3D1A8-7BF8-47E6-A87A-7FA2032F05B7}" srcOrd="4" destOrd="0" presId="urn:microsoft.com/office/officeart/2018/2/layout/IconVerticalSolidList"/>
    <dgm:cxn modelId="{4500165C-B99A-4A37-9ECB-B4A301F9506C}" type="presParOf" srcId="{64E3D1A8-7BF8-47E6-A87A-7FA2032F05B7}" destId="{E2B5C13B-594B-421C-BAD8-C3076AFC49CE}" srcOrd="0" destOrd="0" presId="urn:microsoft.com/office/officeart/2018/2/layout/IconVerticalSolidList"/>
    <dgm:cxn modelId="{51609B5F-7AFD-4A97-A44A-911238D7BAFE}" type="presParOf" srcId="{64E3D1A8-7BF8-47E6-A87A-7FA2032F05B7}" destId="{F907A423-74CD-485B-82FE-2F8728F9E104}" srcOrd="1" destOrd="0" presId="urn:microsoft.com/office/officeart/2018/2/layout/IconVerticalSolidList"/>
    <dgm:cxn modelId="{926B21DB-EBED-4101-99CB-C54CA740CFD0}" type="presParOf" srcId="{64E3D1A8-7BF8-47E6-A87A-7FA2032F05B7}" destId="{F3733CA3-842C-46E0-9544-946717B284FB}" srcOrd="2" destOrd="0" presId="urn:microsoft.com/office/officeart/2018/2/layout/IconVerticalSolidList"/>
    <dgm:cxn modelId="{FF1E65A3-5C9C-4884-881C-05AC5BB8828B}" type="presParOf" srcId="{64E3D1A8-7BF8-47E6-A87A-7FA2032F05B7}" destId="{FAA4F0CA-7180-455D-A8CE-2FAC9BB5140D}" srcOrd="3" destOrd="0" presId="urn:microsoft.com/office/officeart/2018/2/layout/IconVerticalSolidList"/>
    <dgm:cxn modelId="{D833F5DE-B146-4C65-A8FC-6C77C830AA6C}" type="presParOf" srcId="{1657DB08-27A0-4EC0-87D9-E74A634260F8}" destId="{D4424B59-E26E-42D8-A5D9-AE9ECB93E5CA}" srcOrd="5" destOrd="0" presId="urn:microsoft.com/office/officeart/2018/2/layout/IconVerticalSolidList"/>
    <dgm:cxn modelId="{E4C101F6-C184-4A42-AABF-519E7BA22009}" type="presParOf" srcId="{1657DB08-27A0-4EC0-87D9-E74A634260F8}" destId="{B62B6047-19A8-4D67-A657-43BB9652A859}" srcOrd="6" destOrd="0" presId="urn:microsoft.com/office/officeart/2018/2/layout/IconVerticalSolidList"/>
    <dgm:cxn modelId="{652188EE-E19E-4820-A2E8-A0F499301201}" type="presParOf" srcId="{B62B6047-19A8-4D67-A657-43BB9652A859}" destId="{956D462A-A87F-4FE5-8435-CDE3EFEA7472}" srcOrd="0" destOrd="0" presId="urn:microsoft.com/office/officeart/2018/2/layout/IconVerticalSolidList"/>
    <dgm:cxn modelId="{90B1AE89-71AF-4DB0-BE97-1147896CC924}" type="presParOf" srcId="{B62B6047-19A8-4D67-A657-43BB9652A859}" destId="{0EFECAFB-BF64-4024-8D52-69B604FA3895}" srcOrd="1" destOrd="0" presId="urn:microsoft.com/office/officeart/2018/2/layout/IconVerticalSolidList"/>
    <dgm:cxn modelId="{B1FF86AF-8B81-45DD-8E20-15F9AA25570E}" type="presParOf" srcId="{B62B6047-19A8-4D67-A657-43BB9652A859}" destId="{05405F65-7AFD-4755-9797-D38D0174F924}" srcOrd="2" destOrd="0" presId="urn:microsoft.com/office/officeart/2018/2/layout/IconVerticalSolidList"/>
    <dgm:cxn modelId="{9575ACF8-D649-49B8-8D80-68FACBE83197}" type="presParOf" srcId="{B62B6047-19A8-4D67-A657-43BB9652A859}" destId="{4EF30E0F-EFED-4ACE-BF87-12854DECC8E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B43D128-A89B-4FAE-BCE8-68978B350791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180C705-72FD-4DAA-A5F6-3BDFA04AD99D}">
      <dgm:prSet/>
      <dgm:spPr/>
      <dgm:t>
        <a:bodyPr/>
        <a:lstStyle/>
        <a:p>
          <a:r>
            <a:rPr lang="ru-RU"/>
            <a:t>Программа является консольным приложением на Python. Основной функционал:</a:t>
          </a:r>
          <a:endParaRPr lang="en-US"/>
        </a:p>
      </dgm:t>
    </dgm:pt>
    <dgm:pt modelId="{6EABB91B-DD60-4230-B55C-6B260599166D}" type="parTrans" cxnId="{05B267FB-BB9E-49E9-940E-CD86427DB851}">
      <dgm:prSet/>
      <dgm:spPr/>
      <dgm:t>
        <a:bodyPr/>
        <a:lstStyle/>
        <a:p>
          <a:endParaRPr lang="en-US"/>
        </a:p>
      </dgm:t>
    </dgm:pt>
    <dgm:pt modelId="{5C94007F-28D7-4D6E-8C3D-0C27E730CFEB}" type="sibTrans" cxnId="{05B267FB-BB9E-49E9-940E-CD86427DB851}">
      <dgm:prSet/>
      <dgm:spPr/>
      <dgm:t>
        <a:bodyPr/>
        <a:lstStyle/>
        <a:p>
          <a:endParaRPr lang="en-US"/>
        </a:p>
      </dgm:t>
    </dgm:pt>
    <dgm:pt modelId="{AD4EF4E8-D15D-4191-83C7-0460EA463EA9}">
      <dgm:prSet/>
      <dgm:spPr/>
      <dgm:t>
        <a:bodyPr/>
        <a:lstStyle/>
        <a:p>
          <a:r>
            <a:rPr lang="ru-RU"/>
            <a:t>Случайное перемешивание списка.</a:t>
          </a:r>
          <a:endParaRPr lang="en-US"/>
        </a:p>
      </dgm:t>
    </dgm:pt>
    <dgm:pt modelId="{CE28CC03-F3BA-448A-80BB-48243F482ACC}" type="parTrans" cxnId="{B61B385A-3BF3-495C-A4F4-392D1FA11BFA}">
      <dgm:prSet/>
      <dgm:spPr/>
      <dgm:t>
        <a:bodyPr/>
        <a:lstStyle/>
        <a:p>
          <a:endParaRPr lang="en-US"/>
        </a:p>
      </dgm:t>
    </dgm:pt>
    <dgm:pt modelId="{FE1933AF-4021-4C32-865E-7A06BF8E0109}" type="sibTrans" cxnId="{B61B385A-3BF3-495C-A4F4-392D1FA11BFA}">
      <dgm:prSet/>
      <dgm:spPr/>
      <dgm:t>
        <a:bodyPr/>
        <a:lstStyle/>
        <a:p>
          <a:endParaRPr lang="en-US"/>
        </a:p>
      </dgm:t>
    </dgm:pt>
    <dgm:pt modelId="{409C418B-CA13-416A-A349-97B91B5D224F}">
      <dgm:prSet/>
      <dgm:spPr/>
      <dgm:t>
        <a:bodyPr/>
        <a:lstStyle/>
        <a:p>
          <a:r>
            <a:rPr lang="ru-RU"/>
            <a:t>Выбор одного случайного элемента.</a:t>
          </a:r>
          <a:endParaRPr lang="en-US"/>
        </a:p>
      </dgm:t>
    </dgm:pt>
    <dgm:pt modelId="{978CBA72-AF50-4E25-8899-A4B5B95834C1}" type="parTrans" cxnId="{50E70FA6-61E8-4195-A81D-CC69B15508E2}">
      <dgm:prSet/>
      <dgm:spPr/>
      <dgm:t>
        <a:bodyPr/>
        <a:lstStyle/>
        <a:p>
          <a:endParaRPr lang="en-US"/>
        </a:p>
      </dgm:t>
    </dgm:pt>
    <dgm:pt modelId="{5BB6F27E-5DB5-43A0-8F9D-91C7C03BFDE4}" type="sibTrans" cxnId="{50E70FA6-61E8-4195-A81D-CC69B15508E2}">
      <dgm:prSet/>
      <dgm:spPr/>
      <dgm:t>
        <a:bodyPr/>
        <a:lstStyle/>
        <a:p>
          <a:endParaRPr lang="en-US"/>
        </a:p>
      </dgm:t>
    </dgm:pt>
    <dgm:pt modelId="{137E3791-0F36-4736-9683-3F2A3365B0F9}">
      <dgm:prSet/>
      <dgm:spPr/>
      <dgm:t>
        <a:bodyPr/>
        <a:lstStyle/>
        <a:p>
          <a:r>
            <a:rPr lang="ru-RU"/>
            <a:t>Выбор нескольких уникальных элементов.</a:t>
          </a:r>
          <a:endParaRPr lang="en-US"/>
        </a:p>
      </dgm:t>
    </dgm:pt>
    <dgm:pt modelId="{C4E40FF4-D985-4719-A05B-D89238EEF995}" type="parTrans" cxnId="{C6477D5E-F793-4F1D-9186-3E941E0AE28B}">
      <dgm:prSet/>
      <dgm:spPr/>
      <dgm:t>
        <a:bodyPr/>
        <a:lstStyle/>
        <a:p>
          <a:endParaRPr lang="en-US"/>
        </a:p>
      </dgm:t>
    </dgm:pt>
    <dgm:pt modelId="{5BA38835-6EEA-491D-8CB2-126DF81FCF0C}" type="sibTrans" cxnId="{C6477D5E-F793-4F1D-9186-3E941E0AE28B}">
      <dgm:prSet/>
      <dgm:spPr/>
      <dgm:t>
        <a:bodyPr/>
        <a:lstStyle/>
        <a:p>
          <a:endParaRPr lang="en-US"/>
        </a:p>
      </dgm:t>
    </dgm:pt>
    <dgm:pt modelId="{E164309F-EBD6-407A-90FE-2ADA83EEDCE7}">
      <dgm:prSet/>
      <dgm:spPr/>
      <dgm:t>
        <a:bodyPr/>
        <a:lstStyle/>
        <a:p>
          <a:r>
            <a:rPr lang="ru-RU"/>
            <a:t>Возможность повторных операций без повторного ввода данных.</a:t>
          </a:r>
          <a:endParaRPr lang="en-US"/>
        </a:p>
      </dgm:t>
    </dgm:pt>
    <dgm:pt modelId="{D30BCA57-80FF-4455-9177-E06DE537972D}" type="parTrans" cxnId="{A9320B2A-4251-4101-8C63-4F12F0D4AF64}">
      <dgm:prSet/>
      <dgm:spPr/>
      <dgm:t>
        <a:bodyPr/>
        <a:lstStyle/>
        <a:p>
          <a:endParaRPr lang="en-US"/>
        </a:p>
      </dgm:t>
    </dgm:pt>
    <dgm:pt modelId="{4E346461-1B47-42B1-9F9B-087EF3FC7F34}" type="sibTrans" cxnId="{A9320B2A-4251-4101-8C63-4F12F0D4AF64}">
      <dgm:prSet/>
      <dgm:spPr/>
      <dgm:t>
        <a:bodyPr/>
        <a:lstStyle/>
        <a:p>
          <a:endParaRPr lang="en-US"/>
        </a:p>
      </dgm:t>
    </dgm:pt>
    <dgm:pt modelId="{C4C3EB84-9360-450C-A356-2F41E1989A0E}">
      <dgm:prSet/>
      <dgm:spPr/>
      <dgm:t>
        <a:bodyPr/>
        <a:lstStyle/>
        <a:p>
          <a:r>
            <a:rPr lang="ru-RU"/>
            <a:t>Сохранение исходного списка неизменным.</a:t>
          </a:r>
          <a:endParaRPr lang="en-US"/>
        </a:p>
      </dgm:t>
    </dgm:pt>
    <dgm:pt modelId="{764CCC03-03BB-4B51-939F-776B391C5C34}" type="parTrans" cxnId="{AE0D750A-8515-43A1-AC2A-E56D6F18FFFA}">
      <dgm:prSet/>
      <dgm:spPr/>
      <dgm:t>
        <a:bodyPr/>
        <a:lstStyle/>
        <a:p>
          <a:endParaRPr lang="en-US"/>
        </a:p>
      </dgm:t>
    </dgm:pt>
    <dgm:pt modelId="{D16C7E35-345D-448F-9A9F-53298A162344}" type="sibTrans" cxnId="{AE0D750A-8515-43A1-AC2A-E56D6F18FFFA}">
      <dgm:prSet/>
      <dgm:spPr/>
      <dgm:t>
        <a:bodyPr/>
        <a:lstStyle/>
        <a:p>
          <a:endParaRPr lang="en-US"/>
        </a:p>
      </dgm:t>
    </dgm:pt>
    <dgm:pt modelId="{10E7EF66-3C0B-45C0-8148-92881A2F8985}" type="pres">
      <dgm:prSet presAssocID="{5B43D128-A89B-4FAE-BCE8-68978B350791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34D47693-7187-49EB-89D3-445D82C858D3}" type="pres">
      <dgm:prSet presAssocID="{0180C705-72FD-4DAA-A5F6-3BDFA04AD99D}" presName="parentText" presStyleLbl="node1" presStyleIdx="0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7F44213-2C9D-45F5-8839-383406A2E4DF}" type="pres">
      <dgm:prSet presAssocID="{5C94007F-28D7-4D6E-8C3D-0C27E730CFEB}" presName="spacer" presStyleCnt="0"/>
      <dgm:spPr/>
    </dgm:pt>
    <dgm:pt modelId="{08B76EDB-7CA2-4F87-8532-60AEF6B724CA}" type="pres">
      <dgm:prSet presAssocID="{AD4EF4E8-D15D-4191-83C7-0460EA463EA9}" presName="parentText" presStyleLbl="node1" presStyleIdx="1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BC0B802-78F6-4A5C-9B7D-273DEBEAD80E}" type="pres">
      <dgm:prSet presAssocID="{FE1933AF-4021-4C32-865E-7A06BF8E0109}" presName="spacer" presStyleCnt="0"/>
      <dgm:spPr/>
    </dgm:pt>
    <dgm:pt modelId="{618E1A7E-E4B9-4AAC-B7E6-CF734BC90CC8}" type="pres">
      <dgm:prSet presAssocID="{409C418B-CA13-416A-A349-97B91B5D224F}" presName="parentText" presStyleLbl="node1" presStyleIdx="2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BE265FF-725E-4A87-9418-70B9E8AB4974}" type="pres">
      <dgm:prSet presAssocID="{5BB6F27E-5DB5-43A0-8F9D-91C7C03BFDE4}" presName="spacer" presStyleCnt="0"/>
      <dgm:spPr/>
    </dgm:pt>
    <dgm:pt modelId="{1ED49D46-74DD-4902-BB46-44B3C694C3D7}" type="pres">
      <dgm:prSet presAssocID="{137E3791-0F36-4736-9683-3F2A3365B0F9}" presName="parentText" presStyleLbl="node1" presStyleIdx="3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8724FDB-ED39-4250-88FD-4C49F6CB6A53}" type="pres">
      <dgm:prSet presAssocID="{5BA38835-6EEA-491D-8CB2-126DF81FCF0C}" presName="spacer" presStyleCnt="0"/>
      <dgm:spPr/>
    </dgm:pt>
    <dgm:pt modelId="{E7E63DC2-6E6D-43D2-8344-2C34241314ED}" type="pres">
      <dgm:prSet presAssocID="{E164309F-EBD6-407A-90FE-2ADA83EEDCE7}" presName="parentText" presStyleLbl="node1" presStyleIdx="4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5C4FAE8-61AC-467C-879C-4FB32B209F43}" type="pres">
      <dgm:prSet presAssocID="{4E346461-1B47-42B1-9F9B-087EF3FC7F34}" presName="spacer" presStyleCnt="0"/>
      <dgm:spPr/>
    </dgm:pt>
    <dgm:pt modelId="{2F907D64-767D-448C-AA0C-5A572795E57D}" type="pres">
      <dgm:prSet presAssocID="{C4C3EB84-9360-450C-A356-2F41E1989A0E}" presName="parentText" presStyleLbl="node1" presStyleIdx="5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C6477D5E-F793-4F1D-9186-3E941E0AE28B}" srcId="{5B43D128-A89B-4FAE-BCE8-68978B350791}" destId="{137E3791-0F36-4736-9683-3F2A3365B0F9}" srcOrd="3" destOrd="0" parTransId="{C4E40FF4-D985-4719-A05B-D89238EEF995}" sibTransId="{5BA38835-6EEA-491D-8CB2-126DF81FCF0C}"/>
    <dgm:cxn modelId="{5905CB76-F49E-4E9D-8B56-02283EE3A2C2}" type="presOf" srcId="{0180C705-72FD-4DAA-A5F6-3BDFA04AD99D}" destId="{34D47693-7187-49EB-89D3-445D82C858D3}" srcOrd="0" destOrd="0" presId="urn:microsoft.com/office/officeart/2005/8/layout/vList2"/>
    <dgm:cxn modelId="{50E70FA6-61E8-4195-A81D-CC69B15508E2}" srcId="{5B43D128-A89B-4FAE-BCE8-68978B350791}" destId="{409C418B-CA13-416A-A349-97B91B5D224F}" srcOrd="2" destOrd="0" parTransId="{978CBA72-AF50-4E25-8899-A4B5B95834C1}" sibTransId="{5BB6F27E-5DB5-43A0-8F9D-91C7C03BFDE4}"/>
    <dgm:cxn modelId="{05B267FB-BB9E-49E9-940E-CD86427DB851}" srcId="{5B43D128-A89B-4FAE-BCE8-68978B350791}" destId="{0180C705-72FD-4DAA-A5F6-3BDFA04AD99D}" srcOrd="0" destOrd="0" parTransId="{6EABB91B-DD60-4230-B55C-6B260599166D}" sibTransId="{5C94007F-28D7-4D6E-8C3D-0C27E730CFEB}"/>
    <dgm:cxn modelId="{75CF1C51-2EBE-42DB-91A2-1184409E3CD2}" type="presOf" srcId="{409C418B-CA13-416A-A349-97B91B5D224F}" destId="{618E1A7E-E4B9-4AAC-B7E6-CF734BC90CC8}" srcOrd="0" destOrd="0" presId="urn:microsoft.com/office/officeart/2005/8/layout/vList2"/>
    <dgm:cxn modelId="{AE0D750A-8515-43A1-AC2A-E56D6F18FFFA}" srcId="{5B43D128-A89B-4FAE-BCE8-68978B350791}" destId="{C4C3EB84-9360-450C-A356-2F41E1989A0E}" srcOrd="5" destOrd="0" parTransId="{764CCC03-03BB-4B51-939F-776B391C5C34}" sibTransId="{D16C7E35-345D-448F-9A9F-53298A162344}"/>
    <dgm:cxn modelId="{D7834343-082D-4ABF-BB68-28EBCED7B789}" type="presOf" srcId="{AD4EF4E8-D15D-4191-83C7-0460EA463EA9}" destId="{08B76EDB-7CA2-4F87-8532-60AEF6B724CA}" srcOrd="0" destOrd="0" presId="urn:microsoft.com/office/officeart/2005/8/layout/vList2"/>
    <dgm:cxn modelId="{21F15E4A-67BB-4EAF-BAD0-241E6B4C03B5}" type="presOf" srcId="{5B43D128-A89B-4FAE-BCE8-68978B350791}" destId="{10E7EF66-3C0B-45C0-8148-92881A2F8985}" srcOrd="0" destOrd="0" presId="urn:microsoft.com/office/officeart/2005/8/layout/vList2"/>
    <dgm:cxn modelId="{6107344A-95B9-46DD-B419-061EF28484C5}" type="presOf" srcId="{C4C3EB84-9360-450C-A356-2F41E1989A0E}" destId="{2F907D64-767D-448C-AA0C-5A572795E57D}" srcOrd="0" destOrd="0" presId="urn:microsoft.com/office/officeart/2005/8/layout/vList2"/>
    <dgm:cxn modelId="{567A2325-6318-401E-8CB3-AD924EFC49C1}" type="presOf" srcId="{137E3791-0F36-4736-9683-3F2A3365B0F9}" destId="{1ED49D46-74DD-4902-BB46-44B3C694C3D7}" srcOrd="0" destOrd="0" presId="urn:microsoft.com/office/officeart/2005/8/layout/vList2"/>
    <dgm:cxn modelId="{A9320B2A-4251-4101-8C63-4F12F0D4AF64}" srcId="{5B43D128-A89B-4FAE-BCE8-68978B350791}" destId="{E164309F-EBD6-407A-90FE-2ADA83EEDCE7}" srcOrd="4" destOrd="0" parTransId="{D30BCA57-80FF-4455-9177-E06DE537972D}" sibTransId="{4E346461-1B47-42B1-9F9B-087EF3FC7F34}"/>
    <dgm:cxn modelId="{08B901A8-164D-4BC3-8A00-5B3DA46A03B8}" type="presOf" srcId="{E164309F-EBD6-407A-90FE-2ADA83EEDCE7}" destId="{E7E63DC2-6E6D-43D2-8344-2C34241314ED}" srcOrd="0" destOrd="0" presId="urn:microsoft.com/office/officeart/2005/8/layout/vList2"/>
    <dgm:cxn modelId="{B61B385A-3BF3-495C-A4F4-392D1FA11BFA}" srcId="{5B43D128-A89B-4FAE-BCE8-68978B350791}" destId="{AD4EF4E8-D15D-4191-83C7-0460EA463EA9}" srcOrd="1" destOrd="0" parTransId="{CE28CC03-F3BA-448A-80BB-48243F482ACC}" sibTransId="{FE1933AF-4021-4C32-865E-7A06BF8E0109}"/>
    <dgm:cxn modelId="{05E3A83C-11D6-44D4-8D43-DDC0892E6471}" type="presParOf" srcId="{10E7EF66-3C0B-45C0-8148-92881A2F8985}" destId="{34D47693-7187-49EB-89D3-445D82C858D3}" srcOrd="0" destOrd="0" presId="urn:microsoft.com/office/officeart/2005/8/layout/vList2"/>
    <dgm:cxn modelId="{8464B1B8-B0E9-4636-B815-E26EF206F8A4}" type="presParOf" srcId="{10E7EF66-3C0B-45C0-8148-92881A2F8985}" destId="{A7F44213-2C9D-45F5-8839-383406A2E4DF}" srcOrd="1" destOrd="0" presId="urn:microsoft.com/office/officeart/2005/8/layout/vList2"/>
    <dgm:cxn modelId="{0147B425-A378-4B8E-880F-185B126B6320}" type="presParOf" srcId="{10E7EF66-3C0B-45C0-8148-92881A2F8985}" destId="{08B76EDB-7CA2-4F87-8532-60AEF6B724CA}" srcOrd="2" destOrd="0" presId="urn:microsoft.com/office/officeart/2005/8/layout/vList2"/>
    <dgm:cxn modelId="{7345E16F-1901-41B5-B746-C3A739BD9E8A}" type="presParOf" srcId="{10E7EF66-3C0B-45C0-8148-92881A2F8985}" destId="{8BC0B802-78F6-4A5C-9B7D-273DEBEAD80E}" srcOrd="3" destOrd="0" presId="urn:microsoft.com/office/officeart/2005/8/layout/vList2"/>
    <dgm:cxn modelId="{9E9F5BB1-9FAA-4527-A7EA-5BF3AA4CD321}" type="presParOf" srcId="{10E7EF66-3C0B-45C0-8148-92881A2F8985}" destId="{618E1A7E-E4B9-4AAC-B7E6-CF734BC90CC8}" srcOrd="4" destOrd="0" presId="urn:microsoft.com/office/officeart/2005/8/layout/vList2"/>
    <dgm:cxn modelId="{70B7D3EE-7C4F-4505-9294-718E61A7B2DC}" type="presParOf" srcId="{10E7EF66-3C0B-45C0-8148-92881A2F8985}" destId="{6BE265FF-725E-4A87-9418-70B9E8AB4974}" srcOrd="5" destOrd="0" presId="urn:microsoft.com/office/officeart/2005/8/layout/vList2"/>
    <dgm:cxn modelId="{7F243022-C270-4085-9A82-341BBB6B129E}" type="presParOf" srcId="{10E7EF66-3C0B-45C0-8148-92881A2F8985}" destId="{1ED49D46-74DD-4902-BB46-44B3C694C3D7}" srcOrd="6" destOrd="0" presId="urn:microsoft.com/office/officeart/2005/8/layout/vList2"/>
    <dgm:cxn modelId="{256E4A23-7750-4557-83FB-C0CB71E10801}" type="presParOf" srcId="{10E7EF66-3C0B-45C0-8148-92881A2F8985}" destId="{18724FDB-ED39-4250-88FD-4C49F6CB6A53}" srcOrd="7" destOrd="0" presId="urn:microsoft.com/office/officeart/2005/8/layout/vList2"/>
    <dgm:cxn modelId="{C464AE4B-1365-4B10-847C-269450112D92}" type="presParOf" srcId="{10E7EF66-3C0B-45C0-8148-92881A2F8985}" destId="{E7E63DC2-6E6D-43D2-8344-2C34241314ED}" srcOrd="8" destOrd="0" presId="urn:microsoft.com/office/officeart/2005/8/layout/vList2"/>
    <dgm:cxn modelId="{A1252C93-76E1-40DF-BA08-9F7F3BE6B400}" type="presParOf" srcId="{10E7EF66-3C0B-45C0-8148-92881A2F8985}" destId="{05C4FAE8-61AC-467C-879C-4FB32B209F43}" srcOrd="9" destOrd="0" presId="urn:microsoft.com/office/officeart/2005/8/layout/vList2"/>
    <dgm:cxn modelId="{F583F217-3873-4957-AC2D-757BD5B0C1DC}" type="presParOf" srcId="{10E7EF66-3C0B-45C0-8148-92881A2F8985}" destId="{2F907D64-767D-448C-AA0C-5A572795E57D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5DF707A-6410-495A-B8CD-D204F033D7C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D78B9D27-5C84-46E5-9BAB-14653293BC7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ru-RU"/>
            <a:t>Основные трудности и их решения:</a:t>
          </a:r>
          <a:endParaRPr lang="en-US"/>
        </a:p>
      </dgm:t>
    </dgm:pt>
    <dgm:pt modelId="{144F76EC-E4FF-44AF-BE49-87804DB10B32}" type="parTrans" cxnId="{49FDE420-24FD-48E9-AAD3-64A4C310E58B}">
      <dgm:prSet/>
      <dgm:spPr/>
      <dgm:t>
        <a:bodyPr/>
        <a:lstStyle/>
        <a:p>
          <a:endParaRPr lang="en-US"/>
        </a:p>
      </dgm:t>
    </dgm:pt>
    <dgm:pt modelId="{0F7D2DC3-DB63-4683-BE6B-96253B97C9DC}" type="sibTrans" cxnId="{49FDE420-24FD-48E9-AAD3-64A4C310E58B}">
      <dgm:prSet/>
      <dgm:spPr/>
      <dgm:t>
        <a:bodyPr/>
        <a:lstStyle/>
        <a:p>
          <a:endParaRPr lang="en-US"/>
        </a:p>
      </dgm:t>
    </dgm:pt>
    <dgm:pt modelId="{496F86F0-09A7-4172-A289-CBAD3779982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ru-RU" b="1"/>
            <a:t>Обработка некорректного ввода:</a:t>
          </a:r>
          <a:r>
            <a:rPr lang="ru-RU"/>
            <a:t> Решена путем реализации дополнительных проверок и механизмов обработки исключений.</a:t>
          </a:r>
          <a:endParaRPr lang="en-US"/>
        </a:p>
      </dgm:t>
    </dgm:pt>
    <dgm:pt modelId="{9C7BA57B-E89C-4D93-815E-F06F133064FE}" type="parTrans" cxnId="{AC4015CF-5B80-466A-B311-C1E34093C5E1}">
      <dgm:prSet/>
      <dgm:spPr/>
      <dgm:t>
        <a:bodyPr/>
        <a:lstStyle/>
        <a:p>
          <a:endParaRPr lang="en-US"/>
        </a:p>
      </dgm:t>
    </dgm:pt>
    <dgm:pt modelId="{331A719B-5AB7-40F7-AD49-708096F80E96}" type="sibTrans" cxnId="{AC4015CF-5B80-466A-B311-C1E34093C5E1}">
      <dgm:prSet/>
      <dgm:spPr/>
      <dgm:t>
        <a:bodyPr/>
        <a:lstStyle/>
        <a:p>
          <a:endParaRPr lang="en-US"/>
        </a:p>
      </dgm:t>
    </dgm:pt>
    <dgm:pt modelId="{442BCC96-1389-4EA3-93BB-546E7C225D4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ru-RU" b="1"/>
            <a:t>Выбор подходящих функций модуля </a:t>
          </a:r>
          <a:r>
            <a:rPr lang="ru-RU"/>
            <a:t>random</a:t>
          </a:r>
          <a:r>
            <a:rPr lang="ru-RU" b="1"/>
            <a:t>:</a:t>
          </a:r>
          <a:r>
            <a:rPr lang="ru-RU"/>
            <a:t> Преодолена через изучение документации и проведение практических экспериментов для оптимального подбора методов под каждую задачу.</a:t>
          </a:r>
          <a:endParaRPr lang="en-US"/>
        </a:p>
      </dgm:t>
    </dgm:pt>
    <dgm:pt modelId="{FDA498E4-7C31-4071-937A-CFB1F1BE01EE}" type="parTrans" cxnId="{52F65A70-409D-47E9-B628-1CD22D13C0A2}">
      <dgm:prSet/>
      <dgm:spPr/>
      <dgm:t>
        <a:bodyPr/>
        <a:lstStyle/>
        <a:p>
          <a:endParaRPr lang="en-US"/>
        </a:p>
      </dgm:t>
    </dgm:pt>
    <dgm:pt modelId="{F16AC4DA-6EC8-4177-8D3A-2590AA9D59B3}" type="sibTrans" cxnId="{52F65A70-409D-47E9-B628-1CD22D13C0A2}">
      <dgm:prSet/>
      <dgm:spPr/>
      <dgm:t>
        <a:bodyPr/>
        <a:lstStyle/>
        <a:p>
          <a:endParaRPr lang="en-US"/>
        </a:p>
      </dgm:t>
    </dgm:pt>
    <dgm:pt modelId="{F84480BF-4762-4FFA-9402-6679CE70BCD8}" type="pres">
      <dgm:prSet presAssocID="{05DF707A-6410-495A-B8CD-D204F033D7C9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D698329-6327-43B4-B18E-2F3A130BD295}" type="pres">
      <dgm:prSet presAssocID="{D78B9D27-5C84-46E5-9BAB-14653293BC75}" presName="compNode" presStyleCnt="0"/>
      <dgm:spPr/>
    </dgm:pt>
    <dgm:pt modelId="{26D750D8-05F8-4E75-815F-F0F3D1233694}" type="pres">
      <dgm:prSet presAssocID="{D78B9D27-5C84-46E5-9BAB-14653293BC75}" presName="iconBgRect" presStyleLbl="bgShp" presStyleIdx="0" presStyleCnt="3"/>
      <dgm:spPr/>
    </dgm:pt>
    <dgm:pt modelId="{40F09D32-B9DA-458F-BB91-1B246CA7AC09}" type="pres">
      <dgm:prSet presAssocID="{D78B9D27-5C84-46E5-9BAB-14653293BC7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Предупреждение"/>
        </a:ext>
      </dgm:extLst>
    </dgm:pt>
    <dgm:pt modelId="{79BA6FC5-2F4D-4FF6-ACB9-962646494CC9}" type="pres">
      <dgm:prSet presAssocID="{D78B9D27-5C84-46E5-9BAB-14653293BC75}" presName="spaceRect" presStyleCnt="0"/>
      <dgm:spPr/>
    </dgm:pt>
    <dgm:pt modelId="{A3B60D3A-411C-4036-96CD-D2C7D834D8BB}" type="pres">
      <dgm:prSet presAssocID="{D78B9D27-5C84-46E5-9BAB-14653293BC75}" presName="textRect" presStyleLbl="revTx" presStyleIdx="0" presStyleCnt="3">
        <dgm:presLayoutVars>
          <dgm:chMax val="1"/>
          <dgm:chPref val="1"/>
        </dgm:presLayoutVars>
      </dgm:prSet>
      <dgm:spPr/>
      <dgm:t>
        <a:bodyPr/>
        <a:lstStyle/>
        <a:p>
          <a:endParaRPr lang="ru-RU"/>
        </a:p>
      </dgm:t>
    </dgm:pt>
    <dgm:pt modelId="{3D9498D7-8051-4A1D-83E9-4C40C44A9B58}" type="pres">
      <dgm:prSet presAssocID="{0F7D2DC3-DB63-4683-BE6B-96253B97C9DC}" presName="sibTrans" presStyleCnt="0"/>
      <dgm:spPr/>
    </dgm:pt>
    <dgm:pt modelId="{37A50EDE-0B0D-4A61-B48D-F86A51313C53}" type="pres">
      <dgm:prSet presAssocID="{496F86F0-09A7-4172-A289-CBAD37799829}" presName="compNode" presStyleCnt="0"/>
      <dgm:spPr/>
    </dgm:pt>
    <dgm:pt modelId="{C81FDC21-1A3F-401C-A583-77E833238D14}" type="pres">
      <dgm:prSet presAssocID="{496F86F0-09A7-4172-A289-CBAD37799829}" presName="iconBgRect" presStyleLbl="bgShp" presStyleIdx="1" presStyleCnt="3"/>
      <dgm:spPr/>
    </dgm:pt>
    <dgm:pt modelId="{D4445DFD-5018-4FEE-A247-7C6467C212BE}" type="pres">
      <dgm:prSet presAssocID="{496F86F0-09A7-4172-A289-CBAD3779982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Шестеренки"/>
        </a:ext>
      </dgm:extLst>
    </dgm:pt>
    <dgm:pt modelId="{5E978AC8-1BB9-4E6E-BFAD-CDB004CF82B2}" type="pres">
      <dgm:prSet presAssocID="{496F86F0-09A7-4172-A289-CBAD37799829}" presName="spaceRect" presStyleCnt="0"/>
      <dgm:spPr/>
    </dgm:pt>
    <dgm:pt modelId="{F2F01056-BC4A-486D-A1A1-C4D68C7C18F4}" type="pres">
      <dgm:prSet presAssocID="{496F86F0-09A7-4172-A289-CBAD37799829}" presName="textRect" presStyleLbl="revTx" presStyleIdx="1" presStyleCnt="3">
        <dgm:presLayoutVars>
          <dgm:chMax val="1"/>
          <dgm:chPref val="1"/>
        </dgm:presLayoutVars>
      </dgm:prSet>
      <dgm:spPr/>
      <dgm:t>
        <a:bodyPr/>
        <a:lstStyle/>
        <a:p>
          <a:endParaRPr lang="ru-RU"/>
        </a:p>
      </dgm:t>
    </dgm:pt>
    <dgm:pt modelId="{7668FF94-3DFE-4129-8F4F-258388F29222}" type="pres">
      <dgm:prSet presAssocID="{331A719B-5AB7-40F7-AD49-708096F80E96}" presName="sibTrans" presStyleCnt="0"/>
      <dgm:spPr/>
    </dgm:pt>
    <dgm:pt modelId="{1A5C2B6A-3A86-4C94-B492-F7583AD777AF}" type="pres">
      <dgm:prSet presAssocID="{442BCC96-1389-4EA3-93BB-546E7C225D47}" presName="compNode" presStyleCnt="0"/>
      <dgm:spPr/>
    </dgm:pt>
    <dgm:pt modelId="{E03CD3E0-AD85-46C3-B9A1-0CF4D947387E}" type="pres">
      <dgm:prSet presAssocID="{442BCC96-1389-4EA3-93BB-546E7C225D47}" presName="iconBgRect" presStyleLbl="bgShp" presStyleIdx="2" presStyleCnt="3"/>
      <dgm:spPr/>
    </dgm:pt>
    <dgm:pt modelId="{D8DC2E6B-8A76-4A0B-A9BB-D086184463CF}" type="pres">
      <dgm:prSet presAssocID="{442BCC96-1389-4EA3-93BB-546E7C225D4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Ученый"/>
        </a:ext>
      </dgm:extLst>
    </dgm:pt>
    <dgm:pt modelId="{CF81F582-7A9C-403B-B7EF-B1345219CBDD}" type="pres">
      <dgm:prSet presAssocID="{442BCC96-1389-4EA3-93BB-546E7C225D47}" presName="spaceRect" presStyleCnt="0"/>
      <dgm:spPr/>
    </dgm:pt>
    <dgm:pt modelId="{C711737C-65B2-433F-AE65-5B2EBAEA5A16}" type="pres">
      <dgm:prSet presAssocID="{442BCC96-1389-4EA3-93BB-546E7C225D47}" presName="textRect" presStyleLbl="revTx" presStyleIdx="2" presStyleCnt="3">
        <dgm:presLayoutVars>
          <dgm:chMax val="1"/>
          <dgm:chPref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2F65A70-409D-47E9-B628-1CD22D13C0A2}" srcId="{05DF707A-6410-495A-B8CD-D204F033D7C9}" destId="{442BCC96-1389-4EA3-93BB-546E7C225D47}" srcOrd="2" destOrd="0" parTransId="{FDA498E4-7C31-4071-937A-CFB1F1BE01EE}" sibTransId="{F16AC4DA-6EC8-4177-8D3A-2590AA9D59B3}"/>
    <dgm:cxn modelId="{D0AD083A-CE64-403A-8F6D-16F51D11ADFE}" type="presOf" srcId="{442BCC96-1389-4EA3-93BB-546E7C225D47}" destId="{C711737C-65B2-433F-AE65-5B2EBAEA5A16}" srcOrd="0" destOrd="0" presId="urn:microsoft.com/office/officeart/2018/5/layout/IconCircleLabelList"/>
    <dgm:cxn modelId="{AC4015CF-5B80-466A-B311-C1E34093C5E1}" srcId="{05DF707A-6410-495A-B8CD-D204F033D7C9}" destId="{496F86F0-09A7-4172-A289-CBAD37799829}" srcOrd="1" destOrd="0" parTransId="{9C7BA57B-E89C-4D93-815E-F06F133064FE}" sibTransId="{331A719B-5AB7-40F7-AD49-708096F80E96}"/>
    <dgm:cxn modelId="{2BA687C9-D63E-42DE-A29A-EB20540D244C}" type="presOf" srcId="{05DF707A-6410-495A-B8CD-D204F033D7C9}" destId="{F84480BF-4762-4FFA-9402-6679CE70BCD8}" srcOrd="0" destOrd="0" presId="urn:microsoft.com/office/officeart/2018/5/layout/IconCircleLabelList"/>
    <dgm:cxn modelId="{49FDE420-24FD-48E9-AAD3-64A4C310E58B}" srcId="{05DF707A-6410-495A-B8CD-D204F033D7C9}" destId="{D78B9D27-5C84-46E5-9BAB-14653293BC75}" srcOrd="0" destOrd="0" parTransId="{144F76EC-E4FF-44AF-BE49-87804DB10B32}" sibTransId="{0F7D2DC3-DB63-4683-BE6B-96253B97C9DC}"/>
    <dgm:cxn modelId="{FDB38779-CC34-405B-8072-BEC59C9DAF9C}" type="presOf" srcId="{D78B9D27-5C84-46E5-9BAB-14653293BC75}" destId="{A3B60D3A-411C-4036-96CD-D2C7D834D8BB}" srcOrd="0" destOrd="0" presId="urn:microsoft.com/office/officeart/2018/5/layout/IconCircleLabelList"/>
    <dgm:cxn modelId="{82E3ECE0-EEFE-41FF-81D0-AEB78F4C14DD}" type="presOf" srcId="{496F86F0-09A7-4172-A289-CBAD37799829}" destId="{F2F01056-BC4A-486D-A1A1-C4D68C7C18F4}" srcOrd="0" destOrd="0" presId="urn:microsoft.com/office/officeart/2018/5/layout/IconCircleLabelList"/>
    <dgm:cxn modelId="{A98EAF99-8CD0-4F02-9E73-F1BA5E0B39F0}" type="presParOf" srcId="{F84480BF-4762-4FFA-9402-6679CE70BCD8}" destId="{ED698329-6327-43B4-B18E-2F3A130BD295}" srcOrd="0" destOrd="0" presId="urn:microsoft.com/office/officeart/2018/5/layout/IconCircleLabelList"/>
    <dgm:cxn modelId="{CB2E34ED-E61E-4B3A-87DC-70D1DBF5CA1F}" type="presParOf" srcId="{ED698329-6327-43B4-B18E-2F3A130BD295}" destId="{26D750D8-05F8-4E75-815F-F0F3D1233694}" srcOrd="0" destOrd="0" presId="urn:microsoft.com/office/officeart/2018/5/layout/IconCircleLabelList"/>
    <dgm:cxn modelId="{E6F7303D-C300-4B50-9E00-6E512EFDA8E1}" type="presParOf" srcId="{ED698329-6327-43B4-B18E-2F3A130BD295}" destId="{40F09D32-B9DA-458F-BB91-1B246CA7AC09}" srcOrd="1" destOrd="0" presId="urn:microsoft.com/office/officeart/2018/5/layout/IconCircleLabelList"/>
    <dgm:cxn modelId="{FD8CE41F-DF58-4D2A-BCFC-CDF0924A6127}" type="presParOf" srcId="{ED698329-6327-43B4-B18E-2F3A130BD295}" destId="{79BA6FC5-2F4D-4FF6-ACB9-962646494CC9}" srcOrd="2" destOrd="0" presId="urn:microsoft.com/office/officeart/2018/5/layout/IconCircleLabelList"/>
    <dgm:cxn modelId="{34CEE813-085D-45EF-BD6F-38E9E3A4E953}" type="presParOf" srcId="{ED698329-6327-43B4-B18E-2F3A130BD295}" destId="{A3B60D3A-411C-4036-96CD-D2C7D834D8BB}" srcOrd="3" destOrd="0" presId="urn:microsoft.com/office/officeart/2018/5/layout/IconCircleLabelList"/>
    <dgm:cxn modelId="{BE89C225-09E0-41F1-9465-DFD2A4D6CD45}" type="presParOf" srcId="{F84480BF-4762-4FFA-9402-6679CE70BCD8}" destId="{3D9498D7-8051-4A1D-83E9-4C40C44A9B58}" srcOrd="1" destOrd="0" presId="urn:microsoft.com/office/officeart/2018/5/layout/IconCircleLabelList"/>
    <dgm:cxn modelId="{6FB9F0A0-186A-40F7-97D8-8BF35E6A044D}" type="presParOf" srcId="{F84480BF-4762-4FFA-9402-6679CE70BCD8}" destId="{37A50EDE-0B0D-4A61-B48D-F86A51313C53}" srcOrd="2" destOrd="0" presId="urn:microsoft.com/office/officeart/2018/5/layout/IconCircleLabelList"/>
    <dgm:cxn modelId="{B780C300-6B2A-4FF0-8514-352E22782597}" type="presParOf" srcId="{37A50EDE-0B0D-4A61-B48D-F86A51313C53}" destId="{C81FDC21-1A3F-401C-A583-77E833238D14}" srcOrd="0" destOrd="0" presId="urn:microsoft.com/office/officeart/2018/5/layout/IconCircleLabelList"/>
    <dgm:cxn modelId="{433BED78-04AE-469F-B8B4-CFD88F6692DF}" type="presParOf" srcId="{37A50EDE-0B0D-4A61-B48D-F86A51313C53}" destId="{D4445DFD-5018-4FEE-A247-7C6467C212BE}" srcOrd="1" destOrd="0" presId="urn:microsoft.com/office/officeart/2018/5/layout/IconCircleLabelList"/>
    <dgm:cxn modelId="{35AE759B-78C8-4906-AB01-E812688ADDB9}" type="presParOf" srcId="{37A50EDE-0B0D-4A61-B48D-F86A51313C53}" destId="{5E978AC8-1BB9-4E6E-BFAD-CDB004CF82B2}" srcOrd="2" destOrd="0" presId="urn:microsoft.com/office/officeart/2018/5/layout/IconCircleLabelList"/>
    <dgm:cxn modelId="{EA166253-0E19-45D9-8BDB-0EB6AAF9E9C9}" type="presParOf" srcId="{37A50EDE-0B0D-4A61-B48D-F86A51313C53}" destId="{F2F01056-BC4A-486D-A1A1-C4D68C7C18F4}" srcOrd="3" destOrd="0" presId="urn:microsoft.com/office/officeart/2018/5/layout/IconCircleLabelList"/>
    <dgm:cxn modelId="{CFF831CE-90D2-4C66-8520-7465670AC76E}" type="presParOf" srcId="{F84480BF-4762-4FFA-9402-6679CE70BCD8}" destId="{7668FF94-3DFE-4129-8F4F-258388F29222}" srcOrd="3" destOrd="0" presId="urn:microsoft.com/office/officeart/2018/5/layout/IconCircleLabelList"/>
    <dgm:cxn modelId="{D767737E-A419-4DBF-9E79-4C15DBB676F6}" type="presParOf" srcId="{F84480BF-4762-4FFA-9402-6679CE70BCD8}" destId="{1A5C2B6A-3A86-4C94-B492-F7583AD777AF}" srcOrd="4" destOrd="0" presId="urn:microsoft.com/office/officeart/2018/5/layout/IconCircleLabelList"/>
    <dgm:cxn modelId="{927452CE-EC28-4D6A-BEEE-417D352900BD}" type="presParOf" srcId="{1A5C2B6A-3A86-4C94-B492-F7583AD777AF}" destId="{E03CD3E0-AD85-46C3-B9A1-0CF4D947387E}" srcOrd="0" destOrd="0" presId="urn:microsoft.com/office/officeart/2018/5/layout/IconCircleLabelList"/>
    <dgm:cxn modelId="{7689502A-E836-4245-990C-6C4606DB94A6}" type="presParOf" srcId="{1A5C2B6A-3A86-4C94-B492-F7583AD777AF}" destId="{D8DC2E6B-8A76-4A0B-A9BB-D086184463CF}" srcOrd="1" destOrd="0" presId="urn:microsoft.com/office/officeart/2018/5/layout/IconCircleLabelList"/>
    <dgm:cxn modelId="{0C74A3F0-F24C-40D1-8E0F-66B9585C87A9}" type="presParOf" srcId="{1A5C2B6A-3A86-4C94-B492-F7583AD777AF}" destId="{CF81F582-7A9C-403B-B7EF-B1345219CBDD}" srcOrd="2" destOrd="0" presId="urn:microsoft.com/office/officeart/2018/5/layout/IconCircleLabelList"/>
    <dgm:cxn modelId="{D5305125-15C1-4805-BBF2-ED127CA81CC1}" type="presParOf" srcId="{1A5C2B6A-3A86-4C94-B492-F7583AD777AF}" destId="{C711737C-65B2-433F-AE65-5B2EBAEA5A1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8669515-CF43-41D7-818C-F1ED3E59FF1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5" csCatId="colorful" phldr="1"/>
      <dgm:spPr/>
      <dgm:t>
        <a:bodyPr/>
        <a:lstStyle/>
        <a:p>
          <a:endParaRPr lang="en-US"/>
        </a:p>
      </dgm:t>
    </dgm:pt>
    <dgm:pt modelId="{A1BE4B3B-86C7-4087-9AEA-D72F2220D2C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ru-RU"/>
            <a:t>Простота использования.</a:t>
          </a:r>
          <a:endParaRPr lang="en-US"/>
        </a:p>
      </dgm:t>
    </dgm:pt>
    <dgm:pt modelId="{C2E8BEC5-B88E-4A12-BE97-F5EB25DC86B3}" type="parTrans" cxnId="{E600A0E3-27C2-4F43-A9C2-C38DA79C1F48}">
      <dgm:prSet/>
      <dgm:spPr/>
      <dgm:t>
        <a:bodyPr/>
        <a:lstStyle/>
        <a:p>
          <a:endParaRPr lang="en-US"/>
        </a:p>
      </dgm:t>
    </dgm:pt>
    <dgm:pt modelId="{032089B8-BBAC-424F-9975-A52F05764382}" type="sibTrans" cxnId="{E600A0E3-27C2-4F43-A9C2-C38DA79C1F48}">
      <dgm:prSet/>
      <dgm:spPr/>
      <dgm:t>
        <a:bodyPr/>
        <a:lstStyle/>
        <a:p>
          <a:endParaRPr lang="en-US"/>
        </a:p>
      </dgm:t>
    </dgm:pt>
    <dgm:pt modelId="{2C51DEDA-2763-42AE-9F6B-364DFE24C5B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ru-RU"/>
            <a:t>Гибкость настроек.</a:t>
          </a:r>
          <a:endParaRPr lang="en-US"/>
        </a:p>
      </dgm:t>
    </dgm:pt>
    <dgm:pt modelId="{2C3550A3-577E-4F7C-BDE3-994EFCAC54E7}" type="parTrans" cxnId="{18BFA043-EC34-4C02-A5FC-0789FA76C0A0}">
      <dgm:prSet/>
      <dgm:spPr/>
      <dgm:t>
        <a:bodyPr/>
        <a:lstStyle/>
        <a:p>
          <a:endParaRPr lang="en-US"/>
        </a:p>
      </dgm:t>
    </dgm:pt>
    <dgm:pt modelId="{68C70C1D-A75D-4FA7-81F4-1F1E22B9DDA2}" type="sibTrans" cxnId="{18BFA043-EC34-4C02-A5FC-0789FA76C0A0}">
      <dgm:prSet/>
      <dgm:spPr/>
      <dgm:t>
        <a:bodyPr/>
        <a:lstStyle/>
        <a:p>
          <a:endParaRPr lang="en-US"/>
        </a:p>
      </dgm:t>
    </dgm:pt>
    <dgm:pt modelId="{72670C9C-54D5-4768-BDF8-BF849B45FF3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ru-RU"/>
            <a:t>Гарантия отсутствия повторов при выборе элементов.</a:t>
          </a:r>
          <a:endParaRPr lang="en-US"/>
        </a:p>
      </dgm:t>
    </dgm:pt>
    <dgm:pt modelId="{50CA4E30-44BF-4DED-97C7-D491887021DB}" type="parTrans" cxnId="{BB701B5F-B701-4E10-B9E2-B6F7FAE9922D}">
      <dgm:prSet/>
      <dgm:spPr/>
      <dgm:t>
        <a:bodyPr/>
        <a:lstStyle/>
        <a:p>
          <a:endParaRPr lang="en-US"/>
        </a:p>
      </dgm:t>
    </dgm:pt>
    <dgm:pt modelId="{03BE5A8F-B09E-44B5-ABC6-9C210683CEA1}" type="sibTrans" cxnId="{BB701B5F-B701-4E10-B9E2-B6F7FAE9922D}">
      <dgm:prSet/>
      <dgm:spPr/>
      <dgm:t>
        <a:bodyPr/>
        <a:lstStyle/>
        <a:p>
          <a:endParaRPr lang="en-US"/>
        </a:p>
      </dgm:t>
    </dgm:pt>
    <dgm:pt modelId="{FBEA0B8F-A740-43A4-951F-AACDB5035EB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ru-RU"/>
            <a:t>Понятная структура и читаемость кода.</a:t>
          </a:r>
          <a:endParaRPr lang="en-US"/>
        </a:p>
      </dgm:t>
    </dgm:pt>
    <dgm:pt modelId="{8248C31D-FAB5-4F83-8904-BFE433F22310}" type="parTrans" cxnId="{6E81E734-55DA-4441-AD0D-6ED478183C1F}">
      <dgm:prSet/>
      <dgm:spPr/>
      <dgm:t>
        <a:bodyPr/>
        <a:lstStyle/>
        <a:p>
          <a:endParaRPr lang="en-US"/>
        </a:p>
      </dgm:t>
    </dgm:pt>
    <dgm:pt modelId="{566BD557-B77F-4328-BA1A-1F9E337D79B9}" type="sibTrans" cxnId="{6E81E734-55DA-4441-AD0D-6ED478183C1F}">
      <dgm:prSet/>
      <dgm:spPr/>
      <dgm:t>
        <a:bodyPr/>
        <a:lstStyle/>
        <a:p>
          <a:endParaRPr lang="en-US"/>
        </a:p>
      </dgm:t>
    </dgm:pt>
    <dgm:pt modelId="{89F12408-C9B3-48B6-B3BE-0971CD1F20A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ru-RU"/>
            <a:t>Возможность дальнейшего расширения функционала.</a:t>
          </a:r>
          <a:endParaRPr lang="en-US"/>
        </a:p>
      </dgm:t>
    </dgm:pt>
    <dgm:pt modelId="{378977C9-6BC1-40D7-BDF1-ECA76F961AF5}" type="parTrans" cxnId="{6B8B3B76-5944-43A9-9AC7-56EAD3C7EF59}">
      <dgm:prSet/>
      <dgm:spPr/>
      <dgm:t>
        <a:bodyPr/>
        <a:lstStyle/>
        <a:p>
          <a:endParaRPr lang="en-US"/>
        </a:p>
      </dgm:t>
    </dgm:pt>
    <dgm:pt modelId="{43A05561-9AF6-4BF4-A18C-5CACB7CB6BDF}" type="sibTrans" cxnId="{6B8B3B76-5944-43A9-9AC7-56EAD3C7EF59}">
      <dgm:prSet/>
      <dgm:spPr/>
      <dgm:t>
        <a:bodyPr/>
        <a:lstStyle/>
        <a:p>
          <a:endParaRPr lang="en-US"/>
        </a:p>
      </dgm:t>
    </dgm:pt>
    <dgm:pt modelId="{A6A759B9-ADF7-456D-9F9A-4523D3957E6E}" type="pres">
      <dgm:prSet presAssocID="{18669515-CF43-41D7-818C-F1ED3E59FF1A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5B021FD-F954-4C31-8F86-DCA9CA216FF5}" type="pres">
      <dgm:prSet presAssocID="{A1BE4B3B-86C7-4087-9AEA-D72F2220D2C6}" presName="compNode" presStyleCnt="0"/>
      <dgm:spPr/>
    </dgm:pt>
    <dgm:pt modelId="{8A8F1D10-3B8E-4122-BDC3-8904721E0CCE}" type="pres">
      <dgm:prSet presAssocID="{A1BE4B3B-86C7-4087-9AEA-D72F2220D2C6}" presName="iconBgRect" presStyleLbl="bgShp" presStyleIdx="0" presStyleCnt="5"/>
      <dgm:spPr/>
    </dgm:pt>
    <dgm:pt modelId="{39CD4217-2318-4098-929D-7AD7BC71CFCB}" type="pres">
      <dgm:prSet presAssocID="{A1BE4B3B-86C7-4087-9AEA-D72F2220D2C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Рабочий процесс"/>
        </a:ext>
      </dgm:extLst>
    </dgm:pt>
    <dgm:pt modelId="{3EAE589E-16D7-40AF-B26B-952AF41722C8}" type="pres">
      <dgm:prSet presAssocID="{A1BE4B3B-86C7-4087-9AEA-D72F2220D2C6}" presName="spaceRect" presStyleCnt="0"/>
      <dgm:spPr/>
    </dgm:pt>
    <dgm:pt modelId="{4D13B068-2A47-4860-B577-AD68DFE43DC5}" type="pres">
      <dgm:prSet presAssocID="{A1BE4B3B-86C7-4087-9AEA-D72F2220D2C6}" presName="textRect" presStyleLbl="revTx" presStyleIdx="0" presStyleCnt="5">
        <dgm:presLayoutVars>
          <dgm:chMax val="1"/>
          <dgm:chPref val="1"/>
        </dgm:presLayoutVars>
      </dgm:prSet>
      <dgm:spPr/>
      <dgm:t>
        <a:bodyPr/>
        <a:lstStyle/>
        <a:p>
          <a:endParaRPr lang="ru-RU"/>
        </a:p>
      </dgm:t>
    </dgm:pt>
    <dgm:pt modelId="{B3DB327A-FAE0-407B-8D31-0848B5B7E747}" type="pres">
      <dgm:prSet presAssocID="{032089B8-BBAC-424F-9975-A52F05764382}" presName="sibTrans" presStyleCnt="0"/>
      <dgm:spPr/>
    </dgm:pt>
    <dgm:pt modelId="{AC7AFA22-0261-4794-BE36-C7425E066E42}" type="pres">
      <dgm:prSet presAssocID="{2C51DEDA-2763-42AE-9F6B-364DFE24C5B8}" presName="compNode" presStyleCnt="0"/>
      <dgm:spPr/>
    </dgm:pt>
    <dgm:pt modelId="{99907593-BB40-492D-B283-839727CAA236}" type="pres">
      <dgm:prSet presAssocID="{2C51DEDA-2763-42AE-9F6B-364DFE24C5B8}" presName="iconBgRect" presStyleLbl="bgShp" presStyleIdx="1" presStyleCnt="5"/>
      <dgm:spPr/>
    </dgm:pt>
    <dgm:pt modelId="{70163C61-6738-4B83-B45C-E540A481C149}" type="pres">
      <dgm:prSet presAssocID="{2C51DEDA-2763-42AE-9F6B-364DFE24C5B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Gymnast - Rings"/>
        </a:ext>
      </dgm:extLst>
    </dgm:pt>
    <dgm:pt modelId="{7F80A923-09EF-4A76-A43E-88A5B3C6D6B7}" type="pres">
      <dgm:prSet presAssocID="{2C51DEDA-2763-42AE-9F6B-364DFE24C5B8}" presName="spaceRect" presStyleCnt="0"/>
      <dgm:spPr/>
    </dgm:pt>
    <dgm:pt modelId="{DE816143-6BBD-4BE6-AE61-FB72BC1EF1DB}" type="pres">
      <dgm:prSet presAssocID="{2C51DEDA-2763-42AE-9F6B-364DFE24C5B8}" presName="textRect" presStyleLbl="revTx" presStyleIdx="1" presStyleCnt="5">
        <dgm:presLayoutVars>
          <dgm:chMax val="1"/>
          <dgm:chPref val="1"/>
        </dgm:presLayoutVars>
      </dgm:prSet>
      <dgm:spPr/>
      <dgm:t>
        <a:bodyPr/>
        <a:lstStyle/>
        <a:p>
          <a:endParaRPr lang="ru-RU"/>
        </a:p>
      </dgm:t>
    </dgm:pt>
    <dgm:pt modelId="{7A5EA410-FB69-4565-AF30-79F679F19FBA}" type="pres">
      <dgm:prSet presAssocID="{68C70C1D-A75D-4FA7-81F4-1F1E22B9DDA2}" presName="sibTrans" presStyleCnt="0"/>
      <dgm:spPr/>
    </dgm:pt>
    <dgm:pt modelId="{DFF8E0B9-EBEC-420A-8FDA-9ED635F60D80}" type="pres">
      <dgm:prSet presAssocID="{72670C9C-54D5-4768-BDF8-BF849B45FF38}" presName="compNode" presStyleCnt="0"/>
      <dgm:spPr/>
    </dgm:pt>
    <dgm:pt modelId="{E8C50E3C-B89D-472F-9AA9-61C8AC539DD0}" type="pres">
      <dgm:prSet presAssocID="{72670C9C-54D5-4768-BDF8-BF849B45FF38}" presName="iconBgRect" presStyleLbl="bgShp" presStyleIdx="2" presStyleCnt="5"/>
      <dgm:spPr/>
    </dgm:pt>
    <dgm:pt modelId="{469FCB61-037A-4F7D-9B2D-AB618EB4B921}" type="pres">
      <dgm:prSet presAssocID="{72670C9C-54D5-4768-BDF8-BF849B45FF3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Флажок"/>
        </a:ext>
      </dgm:extLst>
    </dgm:pt>
    <dgm:pt modelId="{4830F71D-7161-4965-8DC2-2C06F5DFD955}" type="pres">
      <dgm:prSet presAssocID="{72670C9C-54D5-4768-BDF8-BF849B45FF38}" presName="spaceRect" presStyleCnt="0"/>
      <dgm:spPr/>
    </dgm:pt>
    <dgm:pt modelId="{B83E39C1-B8AE-4E80-9A78-452AFC8FBA55}" type="pres">
      <dgm:prSet presAssocID="{72670C9C-54D5-4768-BDF8-BF849B45FF38}" presName="textRect" presStyleLbl="revTx" presStyleIdx="2" presStyleCnt="5">
        <dgm:presLayoutVars>
          <dgm:chMax val="1"/>
          <dgm:chPref val="1"/>
        </dgm:presLayoutVars>
      </dgm:prSet>
      <dgm:spPr/>
      <dgm:t>
        <a:bodyPr/>
        <a:lstStyle/>
        <a:p>
          <a:endParaRPr lang="ru-RU"/>
        </a:p>
      </dgm:t>
    </dgm:pt>
    <dgm:pt modelId="{D19CF0CD-8E35-440A-A384-7CF3D8F430AB}" type="pres">
      <dgm:prSet presAssocID="{03BE5A8F-B09E-44B5-ABC6-9C210683CEA1}" presName="sibTrans" presStyleCnt="0"/>
      <dgm:spPr/>
    </dgm:pt>
    <dgm:pt modelId="{F8AEBB2B-9CBF-45F5-BE26-9248F63D62AA}" type="pres">
      <dgm:prSet presAssocID="{FBEA0B8F-A740-43A4-951F-AACDB5035EBD}" presName="compNode" presStyleCnt="0"/>
      <dgm:spPr/>
    </dgm:pt>
    <dgm:pt modelId="{2EBDD739-B915-469F-A784-AE75DAC2D5DD}" type="pres">
      <dgm:prSet presAssocID="{FBEA0B8F-A740-43A4-951F-AACDB5035EBD}" presName="iconBgRect" presStyleLbl="bgShp" presStyleIdx="3" presStyleCnt="5"/>
      <dgm:spPr/>
    </dgm:pt>
    <dgm:pt modelId="{B9323DCE-53AD-404B-9032-95FA10F3DF8F}" type="pres">
      <dgm:prSet presAssocID="{FBEA0B8F-A740-43A4-951F-AACDB5035EB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Arrow: Slight curve"/>
        </a:ext>
      </dgm:extLst>
    </dgm:pt>
    <dgm:pt modelId="{C0E6AF77-4BF1-4145-BC79-A9B59A514B7E}" type="pres">
      <dgm:prSet presAssocID="{FBEA0B8F-A740-43A4-951F-AACDB5035EBD}" presName="spaceRect" presStyleCnt="0"/>
      <dgm:spPr/>
    </dgm:pt>
    <dgm:pt modelId="{29A6648F-194A-4194-BBCE-E53E4F586440}" type="pres">
      <dgm:prSet presAssocID="{FBEA0B8F-A740-43A4-951F-AACDB5035EBD}" presName="textRect" presStyleLbl="revTx" presStyleIdx="3" presStyleCnt="5">
        <dgm:presLayoutVars>
          <dgm:chMax val="1"/>
          <dgm:chPref val="1"/>
        </dgm:presLayoutVars>
      </dgm:prSet>
      <dgm:spPr/>
      <dgm:t>
        <a:bodyPr/>
        <a:lstStyle/>
        <a:p>
          <a:endParaRPr lang="ru-RU"/>
        </a:p>
      </dgm:t>
    </dgm:pt>
    <dgm:pt modelId="{6F5F7BF2-404E-488B-A2D8-5BC57F3CF2C5}" type="pres">
      <dgm:prSet presAssocID="{566BD557-B77F-4328-BA1A-1F9E337D79B9}" presName="sibTrans" presStyleCnt="0"/>
      <dgm:spPr/>
    </dgm:pt>
    <dgm:pt modelId="{C460E761-2A5E-4FD1-8B28-1F843E62F66C}" type="pres">
      <dgm:prSet presAssocID="{89F12408-C9B3-48B6-B3BE-0971CD1F20A7}" presName="compNode" presStyleCnt="0"/>
      <dgm:spPr/>
    </dgm:pt>
    <dgm:pt modelId="{CEF3429F-D573-45C3-9FA0-4C3D5B337D54}" type="pres">
      <dgm:prSet presAssocID="{89F12408-C9B3-48B6-B3BE-0971CD1F20A7}" presName="iconBgRect" presStyleLbl="bgShp" presStyleIdx="4" presStyleCnt="5"/>
      <dgm:spPr/>
    </dgm:pt>
    <dgm:pt modelId="{4BCDE314-A8C4-4E7F-823C-38A30A2BE267}" type="pres">
      <dgm:prSet presAssocID="{89F12408-C9B3-48B6-B3BE-0971CD1F20A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Развернуть"/>
        </a:ext>
      </dgm:extLst>
    </dgm:pt>
    <dgm:pt modelId="{B1EE5A59-9901-417E-9DCD-BB9A278ADDEC}" type="pres">
      <dgm:prSet presAssocID="{89F12408-C9B3-48B6-B3BE-0971CD1F20A7}" presName="spaceRect" presStyleCnt="0"/>
      <dgm:spPr/>
    </dgm:pt>
    <dgm:pt modelId="{CF495DD2-0C61-42AE-860F-C5D66EA5D1EF}" type="pres">
      <dgm:prSet presAssocID="{89F12408-C9B3-48B6-B3BE-0971CD1F20A7}" presName="textRect" presStyleLbl="revTx" presStyleIdx="4" presStyleCnt="5">
        <dgm:presLayoutVars>
          <dgm:chMax val="1"/>
          <dgm:chPref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D297179-3EC6-4588-95E3-45A5F4273963}" type="presOf" srcId="{18669515-CF43-41D7-818C-F1ED3E59FF1A}" destId="{A6A759B9-ADF7-456D-9F9A-4523D3957E6E}" srcOrd="0" destOrd="0" presId="urn:microsoft.com/office/officeart/2018/5/layout/IconCircleLabelList"/>
    <dgm:cxn modelId="{BB701B5F-B701-4E10-B9E2-B6F7FAE9922D}" srcId="{18669515-CF43-41D7-818C-F1ED3E59FF1A}" destId="{72670C9C-54D5-4768-BDF8-BF849B45FF38}" srcOrd="2" destOrd="0" parTransId="{50CA4E30-44BF-4DED-97C7-D491887021DB}" sibTransId="{03BE5A8F-B09E-44B5-ABC6-9C210683CEA1}"/>
    <dgm:cxn modelId="{6B8B3B76-5944-43A9-9AC7-56EAD3C7EF59}" srcId="{18669515-CF43-41D7-818C-F1ED3E59FF1A}" destId="{89F12408-C9B3-48B6-B3BE-0971CD1F20A7}" srcOrd="4" destOrd="0" parTransId="{378977C9-6BC1-40D7-BDF1-ECA76F961AF5}" sibTransId="{43A05561-9AF6-4BF4-A18C-5CACB7CB6BDF}"/>
    <dgm:cxn modelId="{6E81E734-55DA-4441-AD0D-6ED478183C1F}" srcId="{18669515-CF43-41D7-818C-F1ED3E59FF1A}" destId="{FBEA0B8F-A740-43A4-951F-AACDB5035EBD}" srcOrd="3" destOrd="0" parTransId="{8248C31D-FAB5-4F83-8904-BFE433F22310}" sibTransId="{566BD557-B77F-4328-BA1A-1F9E337D79B9}"/>
    <dgm:cxn modelId="{E600A0E3-27C2-4F43-A9C2-C38DA79C1F48}" srcId="{18669515-CF43-41D7-818C-F1ED3E59FF1A}" destId="{A1BE4B3B-86C7-4087-9AEA-D72F2220D2C6}" srcOrd="0" destOrd="0" parTransId="{C2E8BEC5-B88E-4A12-BE97-F5EB25DC86B3}" sibTransId="{032089B8-BBAC-424F-9975-A52F05764382}"/>
    <dgm:cxn modelId="{4B246C06-48FB-4FFF-BD61-2DA2AFCE2D4E}" type="presOf" srcId="{FBEA0B8F-A740-43A4-951F-AACDB5035EBD}" destId="{29A6648F-194A-4194-BBCE-E53E4F586440}" srcOrd="0" destOrd="0" presId="urn:microsoft.com/office/officeart/2018/5/layout/IconCircleLabelList"/>
    <dgm:cxn modelId="{38A5D6B0-ADD0-483D-B0A7-405B9CF8E77E}" type="presOf" srcId="{A1BE4B3B-86C7-4087-9AEA-D72F2220D2C6}" destId="{4D13B068-2A47-4860-B577-AD68DFE43DC5}" srcOrd="0" destOrd="0" presId="urn:microsoft.com/office/officeart/2018/5/layout/IconCircleLabelList"/>
    <dgm:cxn modelId="{03E8B3FA-3271-43DE-A729-DD1427F00600}" type="presOf" srcId="{89F12408-C9B3-48B6-B3BE-0971CD1F20A7}" destId="{CF495DD2-0C61-42AE-860F-C5D66EA5D1EF}" srcOrd="0" destOrd="0" presId="urn:microsoft.com/office/officeart/2018/5/layout/IconCircleLabelList"/>
    <dgm:cxn modelId="{99065E40-3EE7-4FA4-92DB-ED7BC6568E0D}" type="presOf" srcId="{2C51DEDA-2763-42AE-9F6B-364DFE24C5B8}" destId="{DE816143-6BBD-4BE6-AE61-FB72BC1EF1DB}" srcOrd="0" destOrd="0" presId="urn:microsoft.com/office/officeart/2018/5/layout/IconCircleLabelList"/>
    <dgm:cxn modelId="{18BFA043-EC34-4C02-A5FC-0789FA76C0A0}" srcId="{18669515-CF43-41D7-818C-F1ED3E59FF1A}" destId="{2C51DEDA-2763-42AE-9F6B-364DFE24C5B8}" srcOrd="1" destOrd="0" parTransId="{2C3550A3-577E-4F7C-BDE3-994EFCAC54E7}" sibTransId="{68C70C1D-A75D-4FA7-81F4-1F1E22B9DDA2}"/>
    <dgm:cxn modelId="{C6BFE296-4AE5-4994-AC04-C2BDF977786A}" type="presOf" srcId="{72670C9C-54D5-4768-BDF8-BF849B45FF38}" destId="{B83E39C1-B8AE-4E80-9A78-452AFC8FBA55}" srcOrd="0" destOrd="0" presId="urn:microsoft.com/office/officeart/2018/5/layout/IconCircleLabelList"/>
    <dgm:cxn modelId="{DF8878E2-5D1E-4E2D-A7DE-9D78092FB511}" type="presParOf" srcId="{A6A759B9-ADF7-456D-9F9A-4523D3957E6E}" destId="{75B021FD-F954-4C31-8F86-DCA9CA216FF5}" srcOrd="0" destOrd="0" presId="urn:microsoft.com/office/officeart/2018/5/layout/IconCircleLabelList"/>
    <dgm:cxn modelId="{D4D607D3-B847-45C3-83E4-D7E106DD888F}" type="presParOf" srcId="{75B021FD-F954-4C31-8F86-DCA9CA216FF5}" destId="{8A8F1D10-3B8E-4122-BDC3-8904721E0CCE}" srcOrd="0" destOrd="0" presId="urn:microsoft.com/office/officeart/2018/5/layout/IconCircleLabelList"/>
    <dgm:cxn modelId="{FDEFDE61-DD3B-4A11-BA95-551A0B6A1C5E}" type="presParOf" srcId="{75B021FD-F954-4C31-8F86-DCA9CA216FF5}" destId="{39CD4217-2318-4098-929D-7AD7BC71CFCB}" srcOrd="1" destOrd="0" presId="urn:microsoft.com/office/officeart/2018/5/layout/IconCircleLabelList"/>
    <dgm:cxn modelId="{22187309-6EFF-4362-908D-92C1D3AC0953}" type="presParOf" srcId="{75B021FD-F954-4C31-8F86-DCA9CA216FF5}" destId="{3EAE589E-16D7-40AF-B26B-952AF41722C8}" srcOrd="2" destOrd="0" presId="urn:microsoft.com/office/officeart/2018/5/layout/IconCircleLabelList"/>
    <dgm:cxn modelId="{2D89D13F-83BB-46A7-A0B0-AE96E1F4C9C0}" type="presParOf" srcId="{75B021FD-F954-4C31-8F86-DCA9CA216FF5}" destId="{4D13B068-2A47-4860-B577-AD68DFE43DC5}" srcOrd="3" destOrd="0" presId="urn:microsoft.com/office/officeart/2018/5/layout/IconCircleLabelList"/>
    <dgm:cxn modelId="{3558BBE0-FEBF-4D76-9EE2-E1BB3C8086A5}" type="presParOf" srcId="{A6A759B9-ADF7-456D-9F9A-4523D3957E6E}" destId="{B3DB327A-FAE0-407B-8D31-0848B5B7E747}" srcOrd="1" destOrd="0" presId="urn:microsoft.com/office/officeart/2018/5/layout/IconCircleLabelList"/>
    <dgm:cxn modelId="{54893178-D1FF-4C92-9E53-6CF560E72A56}" type="presParOf" srcId="{A6A759B9-ADF7-456D-9F9A-4523D3957E6E}" destId="{AC7AFA22-0261-4794-BE36-C7425E066E42}" srcOrd="2" destOrd="0" presId="urn:microsoft.com/office/officeart/2018/5/layout/IconCircleLabelList"/>
    <dgm:cxn modelId="{CCCE39EC-D41B-4DF6-9A96-1C4DD1AF69AC}" type="presParOf" srcId="{AC7AFA22-0261-4794-BE36-C7425E066E42}" destId="{99907593-BB40-492D-B283-839727CAA236}" srcOrd="0" destOrd="0" presId="urn:microsoft.com/office/officeart/2018/5/layout/IconCircleLabelList"/>
    <dgm:cxn modelId="{EB063F48-536B-4A01-9198-FCEC6874389C}" type="presParOf" srcId="{AC7AFA22-0261-4794-BE36-C7425E066E42}" destId="{70163C61-6738-4B83-B45C-E540A481C149}" srcOrd="1" destOrd="0" presId="urn:microsoft.com/office/officeart/2018/5/layout/IconCircleLabelList"/>
    <dgm:cxn modelId="{34653812-DE83-426E-8B37-4AB81B415D08}" type="presParOf" srcId="{AC7AFA22-0261-4794-BE36-C7425E066E42}" destId="{7F80A923-09EF-4A76-A43E-88A5B3C6D6B7}" srcOrd="2" destOrd="0" presId="urn:microsoft.com/office/officeart/2018/5/layout/IconCircleLabelList"/>
    <dgm:cxn modelId="{6397E084-E0ED-4D72-92DD-8A605A9D4372}" type="presParOf" srcId="{AC7AFA22-0261-4794-BE36-C7425E066E42}" destId="{DE816143-6BBD-4BE6-AE61-FB72BC1EF1DB}" srcOrd="3" destOrd="0" presId="urn:microsoft.com/office/officeart/2018/5/layout/IconCircleLabelList"/>
    <dgm:cxn modelId="{96683AED-AE9D-4093-9384-89980201C5BC}" type="presParOf" srcId="{A6A759B9-ADF7-456D-9F9A-4523D3957E6E}" destId="{7A5EA410-FB69-4565-AF30-79F679F19FBA}" srcOrd="3" destOrd="0" presId="urn:microsoft.com/office/officeart/2018/5/layout/IconCircleLabelList"/>
    <dgm:cxn modelId="{20DEDDF7-E925-40EA-906E-0C7D64F6B434}" type="presParOf" srcId="{A6A759B9-ADF7-456D-9F9A-4523D3957E6E}" destId="{DFF8E0B9-EBEC-420A-8FDA-9ED635F60D80}" srcOrd="4" destOrd="0" presId="urn:microsoft.com/office/officeart/2018/5/layout/IconCircleLabelList"/>
    <dgm:cxn modelId="{D1254A28-8494-4D96-A3FD-248983581417}" type="presParOf" srcId="{DFF8E0B9-EBEC-420A-8FDA-9ED635F60D80}" destId="{E8C50E3C-B89D-472F-9AA9-61C8AC539DD0}" srcOrd="0" destOrd="0" presId="urn:microsoft.com/office/officeart/2018/5/layout/IconCircleLabelList"/>
    <dgm:cxn modelId="{D3C86021-51E8-42E3-8E39-90DA177080F1}" type="presParOf" srcId="{DFF8E0B9-EBEC-420A-8FDA-9ED635F60D80}" destId="{469FCB61-037A-4F7D-9B2D-AB618EB4B921}" srcOrd="1" destOrd="0" presId="urn:microsoft.com/office/officeart/2018/5/layout/IconCircleLabelList"/>
    <dgm:cxn modelId="{0F3B732A-BC68-414E-8C46-391837D75062}" type="presParOf" srcId="{DFF8E0B9-EBEC-420A-8FDA-9ED635F60D80}" destId="{4830F71D-7161-4965-8DC2-2C06F5DFD955}" srcOrd="2" destOrd="0" presId="urn:microsoft.com/office/officeart/2018/5/layout/IconCircleLabelList"/>
    <dgm:cxn modelId="{DB517F19-0B3C-49CE-A6FC-1D62C795B5FF}" type="presParOf" srcId="{DFF8E0B9-EBEC-420A-8FDA-9ED635F60D80}" destId="{B83E39C1-B8AE-4E80-9A78-452AFC8FBA55}" srcOrd="3" destOrd="0" presId="urn:microsoft.com/office/officeart/2018/5/layout/IconCircleLabelList"/>
    <dgm:cxn modelId="{FE69DCB4-7222-4690-8403-EE40AE311EFD}" type="presParOf" srcId="{A6A759B9-ADF7-456D-9F9A-4523D3957E6E}" destId="{D19CF0CD-8E35-440A-A384-7CF3D8F430AB}" srcOrd="5" destOrd="0" presId="urn:microsoft.com/office/officeart/2018/5/layout/IconCircleLabelList"/>
    <dgm:cxn modelId="{5367C624-913A-4F95-8CE4-14323DFED049}" type="presParOf" srcId="{A6A759B9-ADF7-456D-9F9A-4523D3957E6E}" destId="{F8AEBB2B-9CBF-45F5-BE26-9248F63D62AA}" srcOrd="6" destOrd="0" presId="urn:microsoft.com/office/officeart/2018/5/layout/IconCircleLabelList"/>
    <dgm:cxn modelId="{A9EFCA2D-E637-4F20-979B-0333ACC8E59D}" type="presParOf" srcId="{F8AEBB2B-9CBF-45F5-BE26-9248F63D62AA}" destId="{2EBDD739-B915-469F-A784-AE75DAC2D5DD}" srcOrd="0" destOrd="0" presId="urn:microsoft.com/office/officeart/2018/5/layout/IconCircleLabelList"/>
    <dgm:cxn modelId="{1804D64D-FDFA-4286-8169-1E507F9C6E30}" type="presParOf" srcId="{F8AEBB2B-9CBF-45F5-BE26-9248F63D62AA}" destId="{B9323DCE-53AD-404B-9032-95FA10F3DF8F}" srcOrd="1" destOrd="0" presId="urn:microsoft.com/office/officeart/2018/5/layout/IconCircleLabelList"/>
    <dgm:cxn modelId="{0D93FFC0-3071-4D2C-9F64-28B353F0EF10}" type="presParOf" srcId="{F8AEBB2B-9CBF-45F5-BE26-9248F63D62AA}" destId="{C0E6AF77-4BF1-4145-BC79-A9B59A514B7E}" srcOrd="2" destOrd="0" presId="urn:microsoft.com/office/officeart/2018/5/layout/IconCircleLabelList"/>
    <dgm:cxn modelId="{B93F21AB-311E-4BBB-80CF-56392BE77002}" type="presParOf" srcId="{F8AEBB2B-9CBF-45F5-BE26-9248F63D62AA}" destId="{29A6648F-194A-4194-BBCE-E53E4F586440}" srcOrd="3" destOrd="0" presId="urn:microsoft.com/office/officeart/2018/5/layout/IconCircleLabelList"/>
    <dgm:cxn modelId="{6CCEB29C-121C-4010-A30E-2C602CF79986}" type="presParOf" srcId="{A6A759B9-ADF7-456D-9F9A-4523D3957E6E}" destId="{6F5F7BF2-404E-488B-A2D8-5BC57F3CF2C5}" srcOrd="7" destOrd="0" presId="urn:microsoft.com/office/officeart/2018/5/layout/IconCircleLabelList"/>
    <dgm:cxn modelId="{9444CB45-A877-405D-AFB3-7C6F6F8E3439}" type="presParOf" srcId="{A6A759B9-ADF7-456D-9F9A-4523D3957E6E}" destId="{C460E761-2A5E-4FD1-8B28-1F843E62F66C}" srcOrd="8" destOrd="0" presId="urn:microsoft.com/office/officeart/2018/5/layout/IconCircleLabelList"/>
    <dgm:cxn modelId="{8D1B9A49-A775-4F15-966D-2C7FD64DBBCA}" type="presParOf" srcId="{C460E761-2A5E-4FD1-8B28-1F843E62F66C}" destId="{CEF3429F-D573-45C3-9FA0-4C3D5B337D54}" srcOrd="0" destOrd="0" presId="urn:microsoft.com/office/officeart/2018/5/layout/IconCircleLabelList"/>
    <dgm:cxn modelId="{BEA81473-CB94-4CDA-9A41-AD9D61721D2D}" type="presParOf" srcId="{C460E761-2A5E-4FD1-8B28-1F843E62F66C}" destId="{4BCDE314-A8C4-4E7F-823C-38A30A2BE267}" srcOrd="1" destOrd="0" presId="urn:microsoft.com/office/officeart/2018/5/layout/IconCircleLabelList"/>
    <dgm:cxn modelId="{74455525-14FB-4425-BA63-4E938C6C744D}" type="presParOf" srcId="{C460E761-2A5E-4FD1-8B28-1F843E62F66C}" destId="{B1EE5A59-9901-417E-9DCD-BB9A278ADDEC}" srcOrd="2" destOrd="0" presId="urn:microsoft.com/office/officeart/2018/5/layout/IconCircleLabelList"/>
    <dgm:cxn modelId="{128BEE57-DAB4-4409-9C26-57C4CD68E615}" type="presParOf" srcId="{C460E761-2A5E-4FD1-8B28-1F843E62F66C}" destId="{CF495DD2-0C61-42AE-860F-C5D66EA5D1E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864D05-A9A9-4FDC-AF16-0FB5BD270F8A}">
      <dsp:nvSpPr>
        <dsp:cNvPr id="0" name=""/>
        <dsp:cNvSpPr/>
      </dsp:nvSpPr>
      <dsp:spPr>
        <a:xfrm>
          <a:off x="0" y="1081170"/>
          <a:ext cx="2957512" cy="187802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5518BD-C1A4-4ADA-923B-85E9CA462917}">
      <dsp:nvSpPr>
        <dsp:cNvPr id="0" name=""/>
        <dsp:cNvSpPr/>
      </dsp:nvSpPr>
      <dsp:spPr>
        <a:xfrm>
          <a:off x="328612" y="1393352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/>
            <a:t>Проект выполнялся в команде из двух человек с четким распределением ролей:</a:t>
          </a:r>
          <a:endParaRPr lang="en-US" sz="1400" kern="1200"/>
        </a:p>
      </dsp:txBody>
      <dsp:txXfrm>
        <a:off x="383617" y="1448357"/>
        <a:ext cx="2847502" cy="1768010"/>
      </dsp:txXfrm>
    </dsp:sp>
    <dsp:sp modelId="{C52D658D-3597-4DAF-A701-93148B1A6407}">
      <dsp:nvSpPr>
        <dsp:cNvPr id="0" name=""/>
        <dsp:cNvSpPr/>
      </dsp:nvSpPr>
      <dsp:spPr>
        <a:xfrm>
          <a:off x="3614737" y="1081170"/>
          <a:ext cx="2957512" cy="187802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879917-BD90-4E08-8EAE-DB0A05283720}">
      <dsp:nvSpPr>
        <dsp:cNvPr id="0" name=""/>
        <dsp:cNvSpPr/>
      </dsp:nvSpPr>
      <dsp:spPr>
        <a:xfrm>
          <a:off x="3943350" y="1393352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1" kern="1200"/>
            <a:t>Участник 1:</a:t>
          </a:r>
          <a:r>
            <a:rPr lang="ru-RU" sz="1400" kern="1200"/>
            <a:t> Разработка основной логики, реализация алгоритмов случайного выбора, работа с модулем random.</a:t>
          </a:r>
          <a:endParaRPr lang="en-US" sz="1400" kern="1200"/>
        </a:p>
      </dsp:txBody>
      <dsp:txXfrm>
        <a:off x="3998355" y="1448357"/>
        <a:ext cx="2847502" cy="1768010"/>
      </dsp:txXfrm>
    </dsp:sp>
    <dsp:sp modelId="{6E08786A-0F7F-4A99-94B1-1A1566D75CE4}">
      <dsp:nvSpPr>
        <dsp:cNvPr id="0" name=""/>
        <dsp:cNvSpPr/>
      </dsp:nvSpPr>
      <dsp:spPr>
        <a:xfrm>
          <a:off x="7229475" y="1081170"/>
          <a:ext cx="2957512" cy="187802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260B45-2DEB-4FCE-8C42-F4E09637E77C}">
      <dsp:nvSpPr>
        <dsp:cNvPr id="0" name=""/>
        <dsp:cNvSpPr/>
      </dsp:nvSpPr>
      <dsp:spPr>
        <a:xfrm>
          <a:off x="7558087" y="1393352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1" kern="1200"/>
            <a:t>Участник 2:</a:t>
          </a:r>
          <a:r>
            <a:rPr lang="ru-RU" sz="1400" kern="1200"/>
            <a:t> Проектирование структуры программы, обработка пользовательского ввода, тестирование, отладка, оформление документации.</a:t>
          </a:r>
          <a:br>
            <a:rPr lang="ru-RU" sz="1400" kern="1200"/>
          </a:br>
          <a:r>
            <a:rPr lang="ru-RU" sz="1400" kern="1200"/>
            <a:t>Ключевые решения принимались совместно, код регулярно обсуждался и дорабатывался.</a:t>
          </a:r>
          <a:endParaRPr lang="en-US" sz="1400" kern="1200"/>
        </a:p>
      </dsp:txBody>
      <dsp:txXfrm>
        <a:off x="7613092" y="1448357"/>
        <a:ext cx="2847502" cy="17680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91E4A3-0CF4-4E4A-85A6-779D4FBBA37F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10425F-E7F1-45AD-9D9A-5381AD0DE88F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FCFD2E-5B68-4EB4-8E6D-98DB4BD10725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/>
            <a:t>Процесс включал последовательные этапы:</a:t>
          </a:r>
          <a:endParaRPr lang="en-US" sz="1600" kern="1200"/>
        </a:p>
      </dsp:txBody>
      <dsp:txXfrm>
        <a:off x="1357965" y="2319"/>
        <a:ext cx="4887299" cy="1175727"/>
      </dsp:txXfrm>
    </dsp:sp>
    <dsp:sp modelId="{FF961ABD-DAEB-4EBE-90CE-70E8393F49FA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6AC1D8-B324-4B24-A746-4816DEFC3B72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06A19A-F21D-4167-A6B1-D665D5E1D868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/>
            <a:t>Постановка задачи и определение функций.</a:t>
          </a:r>
          <a:endParaRPr lang="en-US" sz="1600" kern="1200"/>
        </a:p>
      </dsp:txBody>
      <dsp:txXfrm>
        <a:off x="1357965" y="1471979"/>
        <a:ext cx="4887299" cy="1175727"/>
      </dsp:txXfrm>
    </dsp:sp>
    <dsp:sp modelId="{E2B5C13B-594B-421C-BAD8-C3076AFC49CE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07A423-74CD-485B-82FE-2F8728F9E104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A4F0CA-7180-455D-A8CE-2FAC9BB5140D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/>
            <a:t>Разработка общего алгоритма работы (ввод, обработка, выбор режима, вывод).</a:t>
          </a:r>
          <a:endParaRPr lang="en-US" sz="1600" kern="1200"/>
        </a:p>
      </dsp:txBody>
      <dsp:txXfrm>
        <a:off x="1357965" y="2941639"/>
        <a:ext cx="4887299" cy="1175727"/>
      </dsp:txXfrm>
    </dsp:sp>
    <dsp:sp modelId="{956D462A-A87F-4FE5-8435-CDE3EFEA7472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FECAFB-BF64-4024-8D52-69B604FA3895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F30E0F-EFED-4ACE-BF87-12854DECC8E8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/>
            <a:t>Непосредственное написание кода с акцентом на читаемость и логическую структуру, применение знаний о циклах, условиях, функциях и списках.</a:t>
          </a:r>
          <a:endParaRPr lang="en-US" sz="1600" kern="1200"/>
        </a:p>
      </dsp:txBody>
      <dsp:txXfrm>
        <a:off x="1357965" y="4411299"/>
        <a:ext cx="4887299" cy="11757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D47693-7187-49EB-89D3-445D82C858D3}">
      <dsp:nvSpPr>
        <dsp:cNvPr id="0" name=""/>
        <dsp:cNvSpPr/>
      </dsp:nvSpPr>
      <dsp:spPr>
        <a:xfrm>
          <a:off x="0" y="69619"/>
          <a:ext cx="6666833" cy="83537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/>
            <a:t>Программа является консольным приложением на Python. Основной функционал:</a:t>
          </a:r>
          <a:endParaRPr lang="en-US" sz="2100" kern="1200"/>
        </a:p>
      </dsp:txBody>
      <dsp:txXfrm>
        <a:off x="40780" y="110399"/>
        <a:ext cx="6585273" cy="753819"/>
      </dsp:txXfrm>
    </dsp:sp>
    <dsp:sp modelId="{08B76EDB-7CA2-4F87-8532-60AEF6B724CA}">
      <dsp:nvSpPr>
        <dsp:cNvPr id="0" name=""/>
        <dsp:cNvSpPr/>
      </dsp:nvSpPr>
      <dsp:spPr>
        <a:xfrm>
          <a:off x="0" y="965479"/>
          <a:ext cx="6666833" cy="835379"/>
        </a:xfrm>
        <a:prstGeom prst="roundRect">
          <a:avLst/>
        </a:prstGeom>
        <a:gradFill rotWithShape="0">
          <a:gsLst>
            <a:gs pos="0">
              <a:schemeClr val="accent2">
                <a:hueOff val="1288723"/>
                <a:satOff val="-3699"/>
                <a:lumOff val="-5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288723"/>
                <a:satOff val="-3699"/>
                <a:lumOff val="-5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288723"/>
                <a:satOff val="-3699"/>
                <a:lumOff val="-5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/>
            <a:t>Случайное перемешивание списка.</a:t>
          </a:r>
          <a:endParaRPr lang="en-US" sz="2100" kern="1200"/>
        </a:p>
      </dsp:txBody>
      <dsp:txXfrm>
        <a:off x="40780" y="1006259"/>
        <a:ext cx="6585273" cy="753819"/>
      </dsp:txXfrm>
    </dsp:sp>
    <dsp:sp modelId="{618E1A7E-E4B9-4AAC-B7E6-CF734BC90CC8}">
      <dsp:nvSpPr>
        <dsp:cNvPr id="0" name=""/>
        <dsp:cNvSpPr/>
      </dsp:nvSpPr>
      <dsp:spPr>
        <a:xfrm>
          <a:off x="0" y="1861339"/>
          <a:ext cx="6666833" cy="835379"/>
        </a:xfrm>
        <a:prstGeom prst="roundRect">
          <a:avLst/>
        </a:prstGeom>
        <a:gradFill rotWithShape="0">
          <a:gsLst>
            <a:gs pos="0">
              <a:schemeClr val="accent2">
                <a:hueOff val="2577445"/>
                <a:satOff val="-7397"/>
                <a:lumOff val="-1184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577445"/>
                <a:satOff val="-7397"/>
                <a:lumOff val="-1184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577445"/>
                <a:satOff val="-7397"/>
                <a:lumOff val="-1184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/>
            <a:t>Выбор одного случайного элемента.</a:t>
          </a:r>
          <a:endParaRPr lang="en-US" sz="2100" kern="1200"/>
        </a:p>
      </dsp:txBody>
      <dsp:txXfrm>
        <a:off x="40780" y="1902119"/>
        <a:ext cx="6585273" cy="753819"/>
      </dsp:txXfrm>
    </dsp:sp>
    <dsp:sp modelId="{1ED49D46-74DD-4902-BB46-44B3C694C3D7}">
      <dsp:nvSpPr>
        <dsp:cNvPr id="0" name=""/>
        <dsp:cNvSpPr/>
      </dsp:nvSpPr>
      <dsp:spPr>
        <a:xfrm>
          <a:off x="0" y="2757200"/>
          <a:ext cx="6666833" cy="835379"/>
        </a:xfrm>
        <a:prstGeom prst="roundRect">
          <a:avLst/>
        </a:prstGeom>
        <a:gradFill rotWithShape="0">
          <a:gsLst>
            <a:gs pos="0">
              <a:schemeClr val="accent2">
                <a:hueOff val="3866169"/>
                <a:satOff val="-11096"/>
                <a:lumOff val="-17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866169"/>
                <a:satOff val="-11096"/>
                <a:lumOff val="-17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866169"/>
                <a:satOff val="-11096"/>
                <a:lumOff val="-17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/>
            <a:t>Выбор нескольких уникальных элементов.</a:t>
          </a:r>
          <a:endParaRPr lang="en-US" sz="2100" kern="1200"/>
        </a:p>
      </dsp:txBody>
      <dsp:txXfrm>
        <a:off x="40780" y="2797980"/>
        <a:ext cx="6585273" cy="753819"/>
      </dsp:txXfrm>
    </dsp:sp>
    <dsp:sp modelId="{E7E63DC2-6E6D-43D2-8344-2C34241314ED}">
      <dsp:nvSpPr>
        <dsp:cNvPr id="0" name=""/>
        <dsp:cNvSpPr/>
      </dsp:nvSpPr>
      <dsp:spPr>
        <a:xfrm>
          <a:off x="0" y="3653060"/>
          <a:ext cx="6666833" cy="835379"/>
        </a:xfrm>
        <a:prstGeom prst="roundRect">
          <a:avLst/>
        </a:prstGeom>
        <a:gradFill rotWithShape="0">
          <a:gsLst>
            <a:gs pos="0">
              <a:schemeClr val="accent2">
                <a:hueOff val="5154891"/>
                <a:satOff val="-14794"/>
                <a:lumOff val="-2368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154891"/>
                <a:satOff val="-14794"/>
                <a:lumOff val="-2368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154891"/>
                <a:satOff val="-14794"/>
                <a:lumOff val="-2368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/>
            <a:t>Возможность повторных операций без повторного ввода данных.</a:t>
          </a:r>
          <a:endParaRPr lang="en-US" sz="2100" kern="1200"/>
        </a:p>
      </dsp:txBody>
      <dsp:txXfrm>
        <a:off x="40780" y="3693840"/>
        <a:ext cx="6585273" cy="753819"/>
      </dsp:txXfrm>
    </dsp:sp>
    <dsp:sp modelId="{2F907D64-767D-448C-AA0C-5A572795E57D}">
      <dsp:nvSpPr>
        <dsp:cNvPr id="0" name=""/>
        <dsp:cNvSpPr/>
      </dsp:nvSpPr>
      <dsp:spPr>
        <a:xfrm>
          <a:off x="0" y="4548920"/>
          <a:ext cx="6666833" cy="835379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/>
            <a:t>Сохранение исходного списка неизменным.</a:t>
          </a:r>
          <a:endParaRPr lang="en-US" sz="2100" kern="1200"/>
        </a:p>
      </dsp:txBody>
      <dsp:txXfrm>
        <a:off x="40780" y="4589700"/>
        <a:ext cx="6585273" cy="75381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D750D8-05F8-4E75-815F-F0F3D1233694}">
      <dsp:nvSpPr>
        <dsp:cNvPr id="0" name=""/>
        <dsp:cNvSpPr/>
      </dsp:nvSpPr>
      <dsp:spPr>
        <a:xfrm>
          <a:off x="679050" y="420668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F09D32-B9DA-458F-BB91-1B246CA7AC09}">
      <dsp:nvSpPr>
        <dsp:cNvPr id="0" name=""/>
        <dsp:cNvSpPr/>
      </dsp:nvSpPr>
      <dsp:spPr>
        <a:xfrm>
          <a:off x="1081237" y="822856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B60D3A-411C-4036-96CD-D2C7D834D8BB}">
      <dsp:nvSpPr>
        <dsp:cNvPr id="0" name=""/>
        <dsp:cNvSpPr/>
      </dsp:nvSpPr>
      <dsp:spPr>
        <a:xfrm>
          <a:off x="75768" y="2895669"/>
          <a:ext cx="3093750" cy="103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1100" kern="1200"/>
            <a:t>Основные трудности и их решения:</a:t>
          </a:r>
          <a:endParaRPr lang="en-US" sz="1100" kern="1200"/>
        </a:p>
      </dsp:txBody>
      <dsp:txXfrm>
        <a:off x="75768" y="2895669"/>
        <a:ext cx="3093750" cy="1035000"/>
      </dsp:txXfrm>
    </dsp:sp>
    <dsp:sp modelId="{C81FDC21-1A3F-401C-A583-77E833238D14}">
      <dsp:nvSpPr>
        <dsp:cNvPr id="0" name=""/>
        <dsp:cNvSpPr/>
      </dsp:nvSpPr>
      <dsp:spPr>
        <a:xfrm>
          <a:off x="4314206" y="420668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445DFD-5018-4FEE-A247-7C6467C212BE}">
      <dsp:nvSpPr>
        <dsp:cNvPr id="0" name=""/>
        <dsp:cNvSpPr/>
      </dsp:nvSpPr>
      <dsp:spPr>
        <a:xfrm>
          <a:off x="4716393" y="822856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F01056-BC4A-486D-A1A1-C4D68C7C18F4}">
      <dsp:nvSpPr>
        <dsp:cNvPr id="0" name=""/>
        <dsp:cNvSpPr/>
      </dsp:nvSpPr>
      <dsp:spPr>
        <a:xfrm>
          <a:off x="3710925" y="2895669"/>
          <a:ext cx="3093750" cy="103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1100" b="1" kern="1200"/>
            <a:t>Обработка некорректного ввода:</a:t>
          </a:r>
          <a:r>
            <a:rPr lang="ru-RU" sz="1100" kern="1200"/>
            <a:t> Решена путем реализации дополнительных проверок и механизмов обработки исключений.</a:t>
          </a:r>
          <a:endParaRPr lang="en-US" sz="1100" kern="1200"/>
        </a:p>
      </dsp:txBody>
      <dsp:txXfrm>
        <a:off x="3710925" y="2895669"/>
        <a:ext cx="3093750" cy="1035000"/>
      </dsp:txXfrm>
    </dsp:sp>
    <dsp:sp modelId="{E03CD3E0-AD85-46C3-B9A1-0CF4D947387E}">
      <dsp:nvSpPr>
        <dsp:cNvPr id="0" name=""/>
        <dsp:cNvSpPr/>
      </dsp:nvSpPr>
      <dsp:spPr>
        <a:xfrm>
          <a:off x="7949362" y="420668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DC2E6B-8A76-4A0B-A9BB-D086184463CF}">
      <dsp:nvSpPr>
        <dsp:cNvPr id="0" name=""/>
        <dsp:cNvSpPr/>
      </dsp:nvSpPr>
      <dsp:spPr>
        <a:xfrm>
          <a:off x="8351550" y="822856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11737C-65B2-433F-AE65-5B2EBAEA5A16}">
      <dsp:nvSpPr>
        <dsp:cNvPr id="0" name=""/>
        <dsp:cNvSpPr/>
      </dsp:nvSpPr>
      <dsp:spPr>
        <a:xfrm>
          <a:off x="7346081" y="2895669"/>
          <a:ext cx="3093750" cy="103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1100" b="1" kern="1200"/>
            <a:t>Выбор подходящих функций модуля </a:t>
          </a:r>
          <a:r>
            <a:rPr lang="ru-RU" sz="1100" kern="1200"/>
            <a:t>random</a:t>
          </a:r>
          <a:r>
            <a:rPr lang="ru-RU" sz="1100" b="1" kern="1200"/>
            <a:t>:</a:t>
          </a:r>
          <a:r>
            <a:rPr lang="ru-RU" sz="1100" kern="1200"/>
            <a:t> Преодолена через изучение документации и проведение практических экспериментов для оптимального подбора методов под каждую задачу.</a:t>
          </a:r>
          <a:endParaRPr lang="en-US" sz="1100" kern="1200"/>
        </a:p>
      </dsp:txBody>
      <dsp:txXfrm>
        <a:off x="7346081" y="2895669"/>
        <a:ext cx="3093750" cy="1035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8F1D10-3B8E-4122-BDC3-8904721E0CCE}">
      <dsp:nvSpPr>
        <dsp:cNvPr id="0" name=""/>
        <dsp:cNvSpPr/>
      </dsp:nvSpPr>
      <dsp:spPr>
        <a:xfrm>
          <a:off x="478800" y="1095669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CD4217-2318-4098-929D-7AD7BC71CFCB}">
      <dsp:nvSpPr>
        <dsp:cNvPr id="0" name=""/>
        <dsp:cNvSpPr/>
      </dsp:nvSpPr>
      <dsp:spPr>
        <a:xfrm>
          <a:off x="712800" y="1329669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13B068-2A47-4860-B577-AD68DFE43DC5}">
      <dsp:nvSpPr>
        <dsp:cNvPr id="0" name=""/>
        <dsp:cNvSpPr/>
      </dsp:nvSpPr>
      <dsp:spPr>
        <a:xfrm>
          <a:off x="12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1100" kern="1200"/>
            <a:t>Простота использования.</a:t>
          </a:r>
          <a:endParaRPr lang="en-US" sz="1100" kern="1200"/>
        </a:p>
      </dsp:txBody>
      <dsp:txXfrm>
        <a:off x="127800" y="2535669"/>
        <a:ext cx="1800000" cy="720000"/>
      </dsp:txXfrm>
    </dsp:sp>
    <dsp:sp modelId="{99907593-BB40-492D-B283-839727CAA236}">
      <dsp:nvSpPr>
        <dsp:cNvPr id="0" name=""/>
        <dsp:cNvSpPr/>
      </dsp:nvSpPr>
      <dsp:spPr>
        <a:xfrm>
          <a:off x="2593800" y="1095669"/>
          <a:ext cx="1098000" cy="1098000"/>
        </a:xfrm>
        <a:prstGeom prst="ellipse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163C61-6738-4B83-B45C-E540A481C149}">
      <dsp:nvSpPr>
        <dsp:cNvPr id="0" name=""/>
        <dsp:cNvSpPr/>
      </dsp:nvSpPr>
      <dsp:spPr>
        <a:xfrm>
          <a:off x="2827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816143-6BBD-4BE6-AE61-FB72BC1EF1DB}">
      <dsp:nvSpPr>
        <dsp:cNvPr id="0" name=""/>
        <dsp:cNvSpPr/>
      </dsp:nvSpPr>
      <dsp:spPr>
        <a:xfrm>
          <a:off x="2242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1100" kern="1200"/>
            <a:t>Гибкость настроек.</a:t>
          </a:r>
          <a:endParaRPr lang="en-US" sz="1100" kern="1200"/>
        </a:p>
      </dsp:txBody>
      <dsp:txXfrm>
        <a:off x="2242800" y="2535669"/>
        <a:ext cx="1800000" cy="720000"/>
      </dsp:txXfrm>
    </dsp:sp>
    <dsp:sp modelId="{E8C50E3C-B89D-472F-9AA9-61C8AC539DD0}">
      <dsp:nvSpPr>
        <dsp:cNvPr id="0" name=""/>
        <dsp:cNvSpPr/>
      </dsp:nvSpPr>
      <dsp:spPr>
        <a:xfrm>
          <a:off x="4708800" y="1095669"/>
          <a:ext cx="1098000" cy="1098000"/>
        </a:xfrm>
        <a:prstGeom prst="ellipse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9FCB61-037A-4F7D-9B2D-AB618EB4B921}">
      <dsp:nvSpPr>
        <dsp:cNvPr id="0" name=""/>
        <dsp:cNvSpPr/>
      </dsp:nvSpPr>
      <dsp:spPr>
        <a:xfrm>
          <a:off x="4942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3E39C1-B8AE-4E80-9A78-452AFC8FBA55}">
      <dsp:nvSpPr>
        <dsp:cNvPr id="0" name=""/>
        <dsp:cNvSpPr/>
      </dsp:nvSpPr>
      <dsp:spPr>
        <a:xfrm>
          <a:off x="435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1100" kern="1200"/>
            <a:t>Гарантия отсутствия повторов при выборе элементов.</a:t>
          </a:r>
          <a:endParaRPr lang="en-US" sz="1100" kern="1200"/>
        </a:p>
      </dsp:txBody>
      <dsp:txXfrm>
        <a:off x="4357800" y="2535669"/>
        <a:ext cx="1800000" cy="720000"/>
      </dsp:txXfrm>
    </dsp:sp>
    <dsp:sp modelId="{2EBDD739-B915-469F-A784-AE75DAC2D5DD}">
      <dsp:nvSpPr>
        <dsp:cNvPr id="0" name=""/>
        <dsp:cNvSpPr/>
      </dsp:nvSpPr>
      <dsp:spPr>
        <a:xfrm>
          <a:off x="6823800" y="1095669"/>
          <a:ext cx="1098000" cy="1098000"/>
        </a:xfrm>
        <a:prstGeom prst="ellipse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323DCE-53AD-404B-9032-95FA10F3DF8F}">
      <dsp:nvSpPr>
        <dsp:cNvPr id="0" name=""/>
        <dsp:cNvSpPr/>
      </dsp:nvSpPr>
      <dsp:spPr>
        <a:xfrm>
          <a:off x="7057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A6648F-194A-4194-BBCE-E53E4F586440}">
      <dsp:nvSpPr>
        <dsp:cNvPr id="0" name=""/>
        <dsp:cNvSpPr/>
      </dsp:nvSpPr>
      <dsp:spPr>
        <a:xfrm>
          <a:off x="6472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1100" kern="1200"/>
            <a:t>Понятная структура и читаемость кода.</a:t>
          </a:r>
          <a:endParaRPr lang="en-US" sz="1100" kern="1200"/>
        </a:p>
      </dsp:txBody>
      <dsp:txXfrm>
        <a:off x="6472800" y="2535669"/>
        <a:ext cx="1800000" cy="720000"/>
      </dsp:txXfrm>
    </dsp:sp>
    <dsp:sp modelId="{CEF3429F-D573-45C3-9FA0-4C3D5B337D54}">
      <dsp:nvSpPr>
        <dsp:cNvPr id="0" name=""/>
        <dsp:cNvSpPr/>
      </dsp:nvSpPr>
      <dsp:spPr>
        <a:xfrm>
          <a:off x="8938800" y="1095669"/>
          <a:ext cx="1098000" cy="1098000"/>
        </a:xfrm>
        <a:prstGeom prst="ellipse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CDE314-A8C4-4E7F-823C-38A30A2BE267}">
      <dsp:nvSpPr>
        <dsp:cNvPr id="0" name=""/>
        <dsp:cNvSpPr/>
      </dsp:nvSpPr>
      <dsp:spPr>
        <a:xfrm>
          <a:off x="9172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495DD2-0C61-42AE-860F-C5D66EA5D1EF}">
      <dsp:nvSpPr>
        <dsp:cNvPr id="0" name=""/>
        <dsp:cNvSpPr/>
      </dsp:nvSpPr>
      <dsp:spPr>
        <a:xfrm>
          <a:off x="858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1100" kern="1200"/>
            <a:t>Возможность дальнейшего расширения функционала.</a:t>
          </a:r>
          <a:endParaRPr lang="en-US" sz="1100" kern="1200"/>
        </a:p>
      </dsp:txBody>
      <dsp:txXfrm>
        <a:off x="8587800" y="2535669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=""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=""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=""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xmlns="" id="{13844EE9-2895-4B7B-A445-00BA91721BD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506019" y="1107860"/>
            <a:ext cx="5847781" cy="104667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200" b="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Тема проекта:</a:t>
            </a:r>
          </a:p>
          <a:p>
            <a:pPr algn="l"/>
            <a:r>
              <a:rPr lang="en-US" sz="2200" b="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Программа на языке Python: продвинутый рандомайзер списка</a:t>
            </a:r>
            <a:endParaRPr lang="en-US" sz="2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97B03642-7722-4B15-897F-76918F86B8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" y="539937"/>
            <a:ext cx="4525605" cy="577812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6068EAC2-2623-4156-A990-D776FF9BF49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539937"/>
            <a:ext cx="1219200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pic>
        <p:nvPicPr>
          <p:cNvPr id="7" name="Graphic 6" descr="Книги">
            <a:extLst>
              <a:ext uri="{FF2B5EF4-FFF2-40B4-BE49-F238E27FC236}">
                <a16:creationId xmlns:a16="http://schemas.microsoft.com/office/drawing/2014/main" xmlns="" id="{B3FC3550-F680-7FC8-CF20-918C6B58B5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317158" y="1483355"/>
            <a:ext cx="3891290" cy="3891290"/>
          </a:xfrm>
          <a:prstGeom prst="rect">
            <a:avLst/>
          </a:prstGeom>
        </p:spPr>
      </p:pic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506020" y="2402260"/>
            <a:ext cx="5847780" cy="33478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endParaRPr lang="en-US" sz="18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8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8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 err="1"/>
              <a:t>Выполнил</a:t>
            </a:r>
            <a:r>
              <a:rPr lang="en-US" sz="1800" dirty="0"/>
              <a:t>: </a:t>
            </a:r>
            <a:r>
              <a:rPr lang="en-US" sz="1800" dirty="0" err="1"/>
              <a:t>Шпехт</a:t>
            </a:r>
            <a:r>
              <a:rPr lang="en-US" sz="1800" dirty="0"/>
              <a:t> </a:t>
            </a:r>
            <a:r>
              <a:rPr lang="en-US" sz="1800" dirty="0" err="1"/>
              <a:t>Тихон</a:t>
            </a:r>
            <a:r>
              <a:rPr lang="en-US" sz="1800" dirty="0"/>
              <a:t> </a:t>
            </a:r>
            <a:r>
              <a:rPr lang="en-US" sz="1800" dirty="0" err="1" smtClean="0"/>
              <a:t>Андреевич</a:t>
            </a:r>
            <a:endParaRPr lang="ru-RU" sz="1800" dirty="0" smtClean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ru-RU" sz="1800" dirty="0" smtClean="0"/>
              <a:t>и </a:t>
            </a:r>
            <a:r>
              <a:rPr lang="ru-RU" sz="1800" smtClean="0"/>
              <a:t>Катаев Ярослав</a:t>
            </a:r>
            <a:endParaRPr lang="en-US" sz="18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4C707BC9-731A-490A-AF25-6F349FD9B02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6254055"/>
            <a:ext cx="1219200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3FD7C480-AC7D-4FEE-BB95-EEE23BB3E69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1064601" y="3396997"/>
            <a:ext cx="6858002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xmlns="" id="{081EA652-8C6A-4E69-BEB9-17080947455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xmlns="" id="{5298780A-33B9-4EA2-8F67-DE68AD6284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7F488E8B-4E1E-4402-8935-D4E6C02615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407D422-83B6-14E1-51B1-1BF6F04EC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ru-RU" sz="5100">
                <a:latin typeface="Times New Roman"/>
                <a:cs typeface="Times New Roman"/>
              </a:rPr>
              <a:t>Введение</a:t>
            </a:r>
            <a:endParaRPr lang="ru-RU" sz="5100"/>
          </a:p>
          <a:p>
            <a:pPr algn="r"/>
            <a:endParaRPr lang="ru-RU" sz="510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23AAC9B5-8015-485C-ACF9-A750390E9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3ED6E3A4-E669-C4B1-09D7-CADBB2586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200">
                <a:ea typeface="+mn-lt"/>
                <a:cs typeface="+mn-lt"/>
              </a:rPr>
              <a:t>Проект представляет собой учебную практическую работу по созданию программы «Продвинутый рандомайзер списка» на языке Python. Выбор темы обусловлен частотой задач, связанных со случайным выбором и обработкой списков, что позволяет наглядно продемонстрировать навыки программирования.</a:t>
            </a:r>
            <a:endParaRPr lang="ru-RU" sz="22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80317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xmlns="" id="{1BB867FF-FC45-48F7-8104-F89BE54909F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xmlns="" id="{8BB56887-D0D5-4F0C-9E19-7247EB83C8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72C54CA-7FB4-B89C-4E74-E0DFF2673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b="1">
                <a:ea typeface="+mj-lt"/>
                <a:cs typeface="+mj-lt"/>
              </a:rPr>
              <a:t>Актуальность проекта</a:t>
            </a:r>
            <a:endParaRPr lang="ru-RU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xmlns="" id="{081E4A58-353D-44AE-B2FC-2A74E2E400F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8EA55D2F-8484-8878-EA20-F7714A1DA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>
                <a:ea typeface="+mn-lt"/>
                <a:cs typeface="+mn-lt"/>
              </a:rPr>
              <a:t>Актуальность обусловлена широким применением рандомизации в различных сферах (розыгрыши, формирование команд, тестирование). Разработка собственного инструмента, в отличие от использования стандартных средств, позволяет создать более гибкое решение и глубже понять принципы работы алгоритмов.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810394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xmlns="" id="{081EA652-8C6A-4E69-BEB9-17080947455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xmlns="" id="{5298780A-33B9-4EA2-8F67-DE68AD6284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7F488E8B-4E1E-4402-8935-D4E6C02615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B788B14-F989-E5AD-5A55-1080B21DE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 fontScale="90000"/>
          </a:bodyPr>
          <a:lstStyle/>
          <a:p>
            <a:r>
              <a:rPr lang="ru-RU" sz="6100" b="1">
                <a:ea typeface="+mj-lt"/>
                <a:cs typeface="+mj-lt"/>
              </a:rPr>
              <a:t>Цель и задачи проекта</a:t>
            </a:r>
            <a:endParaRPr lang="ru-RU" sz="610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3A2A744-7261-5A49-FB2F-ED20AA499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1700" b="1">
                <a:ea typeface="+mn-lt"/>
                <a:cs typeface="+mn-lt"/>
              </a:rPr>
              <a:t>Цель:</a:t>
            </a:r>
            <a:r>
              <a:rPr lang="ru-RU" sz="1700">
                <a:ea typeface="+mn-lt"/>
                <a:cs typeface="+mn-lt"/>
              </a:rPr>
              <a:t> Разработка программы на Python для расширенной рандомизации пользовательского списка.</a:t>
            </a:r>
            <a:endParaRPr lang="ru-RU" sz="1700"/>
          </a:p>
          <a:p>
            <a:r>
              <a:rPr lang="ru-RU" sz="1700" b="1">
                <a:ea typeface="+mn-lt"/>
                <a:cs typeface="+mn-lt"/>
              </a:rPr>
              <a:t>Задачи:</a:t>
            </a:r>
            <a:endParaRPr lang="ru-RU" sz="1700"/>
          </a:p>
          <a:p>
            <a:pPr lvl="1"/>
            <a:r>
              <a:rPr lang="ru-RU" sz="1700">
                <a:ea typeface="+mn-lt"/>
                <a:cs typeface="+mn-lt"/>
              </a:rPr>
              <a:t>Изучить работу со списками в Python.</a:t>
            </a:r>
            <a:endParaRPr lang="ru-RU" sz="1700"/>
          </a:p>
          <a:p>
            <a:pPr lvl="1"/>
            <a:r>
              <a:rPr lang="ru-RU" sz="1700">
                <a:ea typeface="+mn-lt"/>
                <a:cs typeface="+mn-lt"/>
              </a:rPr>
              <a:t>Изучить модуль </a:t>
            </a:r>
            <a:r>
              <a:rPr lang="ru-RU" sz="1700">
                <a:latin typeface="Consolas"/>
              </a:rPr>
              <a:t>random</a:t>
            </a:r>
            <a:r>
              <a:rPr lang="ru-RU" sz="1700">
                <a:ea typeface="+mn-lt"/>
                <a:cs typeface="+mn-lt"/>
              </a:rPr>
              <a:t> и его функции.</a:t>
            </a:r>
            <a:endParaRPr lang="ru-RU" sz="1700"/>
          </a:p>
          <a:p>
            <a:pPr lvl="1"/>
            <a:r>
              <a:rPr lang="ru-RU" sz="1700">
                <a:ea typeface="+mn-lt"/>
                <a:cs typeface="+mn-lt"/>
              </a:rPr>
              <a:t>Разработать алгоритм продвинутой рандомизации.</a:t>
            </a:r>
            <a:endParaRPr lang="ru-RU" sz="1700"/>
          </a:p>
          <a:p>
            <a:pPr lvl="1"/>
            <a:r>
              <a:rPr lang="ru-RU" sz="1700">
                <a:ea typeface="+mn-lt"/>
                <a:cs typeface="+mn-lt"/>
              </a:rPr>
              <a:t>Реализовать удобный пользовательский интерфейс.</a:t>
            </a:r>
            <a:endParaRPr lang="ru-RU" sz="1700"/>
          </a:p>
          <a:p>
            <a:pPr lvl="1"/>
            <a:r>
              <a:rPr lang="ru-RU" sz="1700">
                <a:ea typeface="+mn-lt"/>
                <a:cs typeface="+mn-lt"/>
              </a:rPr>
              <a:t>Обеспечить защиту от некорректного ввода данных.</a:t>
            </a:r>
            <a:endParaRPr lang="ru-RU" sz="1700"/>
          </a:p>
          <a:p>
            <a:pPr lvl="1"/>
            <a:r>
              <a:rPr lang="ru-RU" sz="1700">
                <a:ea typeface="+mn-lt"/>
                <a:cs typeface="+mn-lt"/>
              </a:rPr>
              <a:t>Провести тестирование и анализ работы программы.</a:t>
            </a:r>
            <a:endParaRPr lang="ru-RU" sz="1700"/>
          </a:p>
          <a:p>
            <a:endParaRPr lang="ru-RU" sz="1700"/>
          </a:p>
        </p:txBody>
      </p:sp>
    </p:spTree>
    <p:extLst>
      <p:ext uri="{BB962C8B-B14F-4D97-AF65-F5344CB8AC3E}">
        <p14:creationId xmlns:p14="http://schemas.microsoft.com/office/powerpoint/2010/main" xmlns="" val="660938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xmlns="" id="{955A2079-FA98-4876-80F0-72364A7D2EA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494A2AF-327E-5C78-548A-20A33007B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ru-RU" sz="3600" b="1">
                <a:ea typeface="+mj-lt"/>
                <a:cs typeface="+mj-lt"/>
              </a:rPr>
              <a:t>Командная работа и распределение обязанностей</a:t>
            </a:r>
            <a:endParaRPr lang="ru-RU" sz="3600"/>
          </a:p>
        </p:txBody>
      </p:sp>
      <p:graphicFrame>
        <p:nvGraphicFramePr>
          <p:cNvPr id="31" name="Объект 2">
            <a:extLst>
              <a:ext uri="{FF2B5EF4-FFF2-40B4-BE49-F238E27FC236}">
                <a16:creationId xmlns:a16="http://schemas.microsoft.com/office/drawing/2014/main" xmlns="" id="{C8F94423-1618-4823-E8BC-D6EC02F8B7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09679586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2923830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xmlns="" id="{2659FDB4-FCBE-4A89-B46D-43D4FA54464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71BED9E-E3E8-74DA-1D2C-79A28ED57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ru-RU" sz="5600" b="1">
                <a:ea typeface="+mj-lt"/>
                <a:cs typeface="+mj-lt"/>
              </a:rPr>
              <a:t>Описание процесса разработки</a:t>
            </a:r>
            <a:endParaRPr lang="ru-RU" sz="560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xmlns="" id="{C8F51B3F-8331-4E4A-AE96-D47B1006EE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xmlns="" id="{CC32FA8D-F95B-5990-1AF4-9C0503B7AC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4139087388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1213710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xmlns="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256B2C21-A230-48C0-8DF1-C46611373C4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3847E18C-932D-4C95-AABA-FEC7C9499AD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3150CB11-0C61-439E-910F-5787759E72A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xmlns="" id="{43F8A58B-5155-44CE-A5FF-7647B47D0A7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443F2ACA-E6D6-4028-82DD-F03C262D5DE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A7CF90D-7F62-F30C-E234-8F67534B6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>
                <a:solidFill>
                  <a:srgbClr val="FFFFFF"/>
                </a:solidFill>
                <a:ea typeface="+mj-lt"/>
                <a:cs typeface="+mj-lt"/>
              </a:rPr>
              <a:t>Описание программы</a:t>
            </a:r>
            <a:endParaRPr lang="ru-RU" sz="4000">
              <a:solidFill>
                <a:srgbClr val="FFFFFF"/>
              </a:solidFill>
            </a:endParaRPr>
          </a:p>
        </p:txBody>
      </p:sp>
      <p:graphicFrame>
        <p:nvGraphicFramePr>
          <p:cNvPr id="14" name="Объект 2">
            <a:extLst>
              <a:ext uri="{FF2B5EF4-FFF2-40B4-BE49-F238E27FC236}">
                <a16:creationId xmlns:a16="http://schemas.microsoft.com/office/drawing/2014/main" xmlns="" id="{3E60C88E-AB12-32E4-E24A-7D90DDC30B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70688056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1995793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xmlns="" id="{081EA652-8C6A-4E69-BEB9-17080947455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ight Triangle 42">
            <a:extLst>
              <a:ext uri="{FF2B5EF4-FFF2-40B4-BE49-F238E27FC236}">
                <a16:creationId xmlns:a16="http://schemas.microsoft.com/office/drawing/2014/main" xmlns="" id="{5298780A-33B9-4EA2-8F67-DE68AD6284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xmlns="" id="{7F488E8B-4E1E-4402-8935-D4E6C02615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55A2B96-17E7-E8C1-8DAF-B8895E114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ru-RU" sz="5000" b="1">
                <a:ea typeface="+mj-lt"/>
                <a:cs typeface="+mj-lt"/>
              </a:rPr>
              <a:t>Принцип работы программы</a:t>
            </a:r>
            <a:endParaRPr lang="ru-RU" sz="5000"/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xmlns="" id="{91509998-1BFB-2AC7-161D-D9154ACFD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ru-RU" sz="2400">
                <a:ea typeface="+mn-lt"/>
                <a:cs typeface="+mn-lt"/>
              </a:rPr>
              <a:t>Пользовательский ввод данных и их преобразование в список.</a:t>
            </a:r>
            <a:endParaRPr lang="ru-RU" sz="2400"/>
          </a:p>
          <a:p>
            <a:r>
              <a:rPr lang="ru-RU" sz="2400">
                <a:ea typeface="+mn-lt"/>
                <a:cs typeface="+mn-lt"/>
              </a:rPr>
              <a:t>Проверка корректности введенной информации.</a:t>
            </a:r>
            <a:endParaRPr lang="ru-RU" sz="2400"/>
          </a:p>
          <a:p>
            <a:r>
              <a:rPr lang="ru-RU" sz="2400">
                <a:ea typeface="+mn-lt"/>
                <a:cs typeface="+mn-lt"/>
              </a:rPr>
              <a:t>Выбор пользователем режима рандомизации.</a:t>
            </a:r>
            <a:endParaRPr lang="ru-RU" sz="2400"/>
          </a:p>
          <a:p>
            <a:r>
              <a:rPr lang="ru-RU" sz="2400">
                <a:ea typeface="+mn-lt"/>
                <a:cs typeface="+mn-lt"/>
              </a:rPr>
              <a:t>Применение соответствующего алгоритма и вывод результата.</a:t>
            </a:r>
            <a:br>
              <a:rPr lang="ru-RU" sz="2400">
                <a:ea typeface="+mn-lt"/>
                <a:cs typeface="+mn-lt"/>
              </a:rPr>
            </a:br>
            <a:r>
              <a:rPr lang="ru-RU" sz="2400">
                <a:ea typeface="+mn-lt"/>
                <a:cs typeface="+mn-lt"/>
              </a:rPr>
              <a:t>Все этапы были протестированы на различных данных.</a:t>
            </a:r>
            <a:endParaRPr lang="ru-RU" sz="2400"/>
          </a:p>
          <a:p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xmlns="" val="2430617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xmlns="" id="{6C4028FD-8BAA-4A19-BFDE-594D991B755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139E012-3729-31EC-5A53-A0B31F6DA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ru-RU" sz="5200" b="1">
                <a:ea typeface="+mj-lt"/>
                <a:cs typeface="+mj-lt"/>
              </a:rPr>
              <a:t>Трудности и пути их решения</a:t>
            </a:r>
            <a:endParaRPr lang="ru-RU" sz="5200"/>
          </a:p>
        </p:txBody>
      </p:sp>
      <p:graphicFrame>
        <p:nvGraphicFramePr>
          <p:cNvPr id="39" name="Объект 2">
            <a:extLst>
              <a:ext uri="{FF2B5EF4-FFF2-40B4-BE49-F238E27FC236}">
                <a16:creationId xmlns:a16="http://schemas.microsoft.com/office/drawing/2014/main" xmlns="" id="{0B1BE318-6B39-D622-B81A-E9C23100F1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94149497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823178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xmlns="" id="{6C4028FD-8BAA-4A19-BFDE-594D991B755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A4066F8-3AA4-A341-E14A-A5431F021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 fontScale="90000"/>
          </a:bodyPr>
          <a:lstStyle/>
          <a:p>
            <a:r>
              <a:rPr lang="ru-RU" sz="4000" b="1">
                <a:ea typeface="+mj-lt"/>
                <a:cs typeface="+mj-lt"/>
              </a:rPr>
              <a:t>Преимущества разработанной программы</a:t>
            </a:r>
            <a:endParaRPr lang="ru-RU" sz="4000"/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xmlns="" id="{47FFA8A8-1A37-C665-3766-9DA2D3D28F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90920501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2177665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xmlns="" id="{081EA652-8C6A-4E69-BEB9-17080947455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xmlns="" id="{5298780A-33B9-4EA2-8F67-DE68AD6284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7F488E8B-4E1E-4402-8935-D4E6C02615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DB6D9FB-E1BF-8B24-E6C1-41C9A0345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ru-RU" sz="5000" b="1">
                <a:ea typeface="+mj-lt"/>
                <a:cs typeface="+mj-lt"/>
              </a:rPr>
              <a:t>Практическая значимость проекта</a:t>
            </a:r>
            <a:endParaRPr lang="ru-RU" sz="500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2C0505B3-6412-0766-3CBA-62F27BE46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400">
                <a:ea typeface="+mn-lt"/>
                <a:cs typeface="+mn-lt"/>
              </a:rPr>
              <a:t>Программа может быть использована в учебном процессе, для проведения розыгрышей, распределения заданий между студентами, а также как вспомогательный инструмент для тестирования алгоритмов.</a:t>
            </a:r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xmlns="" val="1236695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xmlns="" id="{1BB867FF-FC45-48F7-8104-F89BE54909F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xmlns="" id="{8BB56887-D0D5-4F0C-9E19-7247EB83C8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A2AB32C-C537-D02A-7143-21DAE760D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b="1">
                <a:ea typeface="+mj-lt"/>
                <a:cs typeface="+mj-lt"/>
              </a:rPr>
              <a:t>Заключение</a:t>
            </a:r>
            <a:endParaRPr lang="ru-RU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xmlns="" id="{081E4A58-353D-44AE-B2FC-2A74E2E400F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64DA5D8E-3210-BB8F-29E2-6C6324169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>
                <a:ea typeface="+mn-lt"/>
                <a:cs typeface="+mn-lt"/>
              </a:rPr>
              <a:t>В результате проекта была успешно разработана программа — продвинутый рандомайзер списка на Python. Работа позволила закрепить теоретические знания и получить практический опыт командной разработки программного обеспечения.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4385329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351</Words>
  <Application>Microsoft Office PowerPoint</Application>
  <PresentationFormat>Произвольный</PresentationFormat>
  <Paragraphs>55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Тема проекта: Программа на языке Python: продвинутый рандомайзер списка</vt:lpstr>
      <vt:lpstr>Введение </vt:lpstr>
      <vt:lpstr>Актуальность проекта</vt:lpstr>
      <vt:lpstr>Цель и задачи проекта</vt:lpstr>
      <vt:lpstr>Командная работа и распределение обязанностей</vt:lpstr>
      <vt:lpstr>Описание процесса разработки</vt:lpstr>
      <vt:lpstr>Описание программы</vt:lpstr>
      <vt:lpstr>Принцип работы программы</vt:lpstr>
      <vt:lpstr>Трудности и пути их решения</vt:lpstr>
      <vt:lpstr>Преимущества разработанной программы</vt:lpstr>
      <vt:lpstr>Практическая значимость проекта</vt:lpstr>
      <vt:lpstr>Заключение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проекта: Программа на языке Python: продвинутый рандомайзер списка</dc:title>
  <dc:creator/>
  <cp:lastModifiedBy>TIXTIX</cp:lastModifiedBy>
  <cp:revision>59</cp:revision>
  <dcterms:created xsi:type="dcterms:W3CDTF">2025-12-18T13:11:00Z</dcterms:created>
  <dcterms:modified xsi:type="dcterms:W3CDTF">2025-12-18T13:33:45Z</dcterms:modified>
</cp:coreProperties>
</file>